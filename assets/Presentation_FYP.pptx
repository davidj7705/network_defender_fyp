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320" r:id="rId2"/>
    <p:sldId id="294" r:id="rId3"/>
    <p:sldId id="295" r:id="rId4"/>
    <p:sldId id="296" r:id="rId5"/>
    <p:sldId id="297" r:id="rId6"/>
    <p:sldId id="298" r:id="rId7"/>
    <p:sldId id="299" r:id="rId8"/>
    <p:sldId id="30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v5" id="{DA27C60E-1FF9-8946-9029-F041BD338606}">
          <p14:sldIdLst>
            <p14:sldId id="320"/>
            <p14:sldId id="294"/>
            <p14:sldId id="295"/>
            <p14:sldId id="296"/>
            <p14:sldId id="297"/>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90C2"/>
    <a:srgbClr val="FFF9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B619E6-0BB0-604C-A931-84374EF2F010}" v="41" dt="2026-04-27T19:28:45.1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17"/>
    <p:restoredTop sz="53286"/>
  </p:normalViewPr>
  <p:slideViewPr>
    <p:cSldViewPr snapToGrid="0">
      <p:cViewPr varScale="1">
        <p:scale>
          <a:sx n="61" d="100"/>
          <a:sy n="61" d="100"/>
        </p:scale>
        <p:origin x="2592" y="200"/>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JAYAKUMAR - STUDENT" userId="8afe0497-a8bd-4940-bd14-01f9512708f8" providerId="ADAL" clId="{D94070AC-6AB0-58C6-B079-DB8EA44C7478}"/>
    <pc:docChg chg="undo redo custSel delSld modSld delSection modSection">
      <pc:chgData name="DAVID JAYAKUMAR - STUDENT" userId="8afe0497-a8bd-4940-bd14-01f9512708f8" providerId="ADAL" clId="{D94070AC-6AB0-58C6-B079-DB8EA44C7478}" dt="2026-04-27T20:26:56.888" v="1816" actId="1076"/>
      <pc:docMkLst>
        <pc:docMk/>
      </pc:docMkLst>
      <pc:sldChg chg="del">
        <pc:chgData name="DAVID JAYAKUMAR - STUDENT" userId="8afe0497-a8bd-4940-bd14-01f9512708f8" providerId="ADAL" clId="{D94070AC-6AB0-58C6-B079-DB8EA44C7478}" dt="2026-04-27T17:47:51.221" v="0" actId="2696"/>
        <pc:sldMkLst>
          <pc:docMk/>
          <pc:sldMk cId="952064919" sldId="256"/>
        </pc:sldMkLst>
      </pc:sldChg>
      <pc:sldChg chg="del">
        <pc:chgData name="DAVID JAYAKUMAR - STUDENT" userId="8afe0497-a8bd-4940-bd14-01f9512708f8" providerId="ADAL" clId="{D94070AC-6AB0-58C6-B079-DB8EA44C7478}" dt="2026-04-27T17:47:51.228" v="2" actId="2696"/>
        <pc:sldMkLst>
          <pc:docMk/>
          <pc:sldMk cId="1083768185" sldId="257"/>
        </pc:sldMkLst>
      </pc:sldChg>
      <pc:sldChg chg="del">
        <pc:chgData name="DAVID JAYAKUMAR - STUDENT" userId="8afe0497-a8bd-4940-bd14-01f9512708f8" providerId="ADAL" clId="{D94070AC-6AB0-58C6-B079-DB8EA44C7478}" dt="2026-04-27T17:47:51.222" v="1" actId="2696"/>
        <pc:sldMkLst>
          <pc:docMk/>
          <pc:sldMk cId="642207593" sldId="258"/>
        </pc:sldMkLst>
      </pc:sldChg>
      <pc:sldChg chg="del">
        <pc:chgData name="DAVID JAYAKUMAR - STUDENT" userId="8afe0497-a8bd-4940-bd14-01f9512708f8" providerId="ADAL" clId="{D94070AC-6AB0-58C6-B079-DB8EA44C7478}" dt="2026-04-27T17:47:51.231" v="4" actId="2696"/>
        <pc:sldMkLst>
          <pc:docMk/>
          <pc:sldMk cId="228051281" sldId="260"/>
        </pc:sldMkLst>
      </pc:sldChg>
      <pc:sldChg chg="del">
        <pc:chgData name="DAVID JAYAKUMAR - STUDENT" userId="8afe0497-a8bd-4940-bd14-01f9512708f8" providerId="ADAL" clId="{D94070AC-6AB0-58C6-B079-DB8EA44C7478}" dt="2026-04-27T17:47:51.229" v="3" actId="2696"/>
        <pc:sldMkLst>
          <pc:docMk/>
          <pc:sldMk cId="2881718715" sldId="271"/>
        </pc:sldMkLst>
      </pc:sldChg>
      <pc:sldChg chg="del">
        <pc:chgData name="DAVID JAYAKUMAR - STUDENT" userId="8afe0497-a8bd-4940-bd14-01f9512708f8" providerId="ADAL" clId="{D94070AC-6AB0-58C6-B079-DB8EA44C7478}" dt="2026-04-27T17:48:12.277" v="7" actId="2696"/>
        <pc:sldMkLst>
          <pc:docMk/>
          <pc:sldMk cId="2625105854" sldId="272"/>
        </pc:sldMkLst>
      </pc:sldChg>
      <pc:sldChg chg="del">
        <pc:chgData name="DAVID JAYAKUMAR - STUDENT" userId="8afe0497-a8bd-4940-bd14-01f9512708f8" providerId="ADAL" clId="{D94070AC-6AB0-58C6-B079-DB8EA44C7478}" dt="2026-04-27T17:48:12.277" v="7" actId="2696"/>
        <pc:sldMkLst>
          <pc:docMk/>
          <pc:sldMk cId="2974627701" sldId="273"/>
        </pc:sldMkLst>
      </pc:sldChg>
      <pc:sldChg chg="del">
        <pc:chgData name="DAVID JAYAKUMAR - STUDENT" userId="8afe0497-a8bd-4940-bd14-01f9512708f8" providerId="ADAL" clId="{D94070AC-6AB0-58C6-B079-DB8EA44C7478}" dt="2026-04-27T17:48:12.277" v="7" actId="2696"/>
        <pc:sldMkLst>
          <pc:docMk/>
          <pc:sldMk cId="1196508549" sldId="274"/>
        </pc:sldMkLst>
      </pc:sldChg>
      <pc:sldChg chg="del">
        <pc:chgData name="DAVID JAYAKUMAR - STUDENT" userId="8afe0497-a8bd-4940-bd14-01f9512708f8" providerId="ADAL" clId="{D94070AC-6AB0-58C6-B079-DB8EA44C7478}" dt="2026-04-27T17:48:12.277" v="7" actId="2696"/>
        <pc:sldMkLst>
          <pc:docMk/>
          <pc:sldMk cId="1019698156" sldId="275"/>
        </pc:sldMkLst>
      </pc:sldChg>
      <pc:sldChg chg="del">
        <pc:chgData name="DAVID JAYAKUMAR - STUDENT" userId="8afe0497-a8bd-4940-bd14-01f9512708f8" providerId="ADAL" clId="{D94070AC-6AB0-58C6-B079-DB8EA44C7478}" dt="2026-04-27T17:48:12.277" v="7" actId="2696"/>
        <pc:sldMkLst>
          <pc:docMk/>
          <pc:sldMk cId="4029723085" sldId="276"/>
        </pc:sldMkLst>
      </pc:sldChg>
      <pc:sldChg chg="del">
        <pc:chgData name="DAVID JAYAKUMAR - STUDENT" userId="8afe0497-a8bd-4940-bd14-01f9512708f8" providerId="ADAL" clId="{D94070AC-6AB0-58C6-B079-DB8EA44C7478}" dt="2026-04-27T17:48:12.277" v="7" actId="2696"/>
        <pc:sldMkLst>
          <pc:docMk/>
          <pc:sldMk cId="1473983343" sldId="277"/>
        </pc:sldMkLst>
      </pc:sldChg>
      <pc:sldChg chg="del">
        <pc:chgData name="DAVID JAYAKUMAR - STUDENT" userId="8afe0497-a8bd-4940-bd14-01f9512708f8" providerId="ADAL" clId="{D94070AC-6AB0-58C6-B079-DB8EA44C7478}" dt="2026-04-27T17:48:12.277" v="7" actId="2696"/>
        <pc:sldMkLst>
          <pc:docMk/>
          <pc:sldMk cId="3570670327" sldId="278"/>
        </pc:sldMkLst>
      </pc:sldChg>
      <pc:sldChg chg="del">
        <pc:chgData name="DAVID JAYAKUMAR - STUDENT" userId="8afe0497-a8bd-4940-bd14-01f9512708f8" providerId="ADAL" clId="{D94070AC-6AB0-58C6-B079-DB8EA44C7478}" dt="2026-04-27T17:48:12.277" v="7" actId="2696"/>
        <pc:sldMkLst>
          <pc:docMk/>
          <pc:sldMk cId="4053045572" sldId="279"/>
        </pc:sldMkLst>
      </pc:sldChg>
      <pc:sldChg chg="del">
        <pc:chgData name="DAVID JAYAKUMAR - STUDENT" userId="8afe0497-a8bd-4940-bd14-01f9512708f8" providerId="ADAL" clId="{D94070AC-6AB0-58C6-B079-DB8EA44C7478}" dt="2026-04-27T17:48:12.277" v="7" actId="2696"/>
        <pc:sldMkLst>
          <pc:docMk/>
          <pc:sldMk cId="3689953819" sldId="280"/>
        </pc:sldMkLst>
      </pc:sldChg>
      <pc:sldChg chg="del">
        <pc:chgData name="DAVID JAYAKUMAR - STUDENT" userId="8afe0497-a8bd-4940-bd14-01f9512708f8" providerId="ADAL" clId="{D94070AC-6AB0-58C6-B079-DB8EA44C7478}" dt="2026-04-27T17:48:12.277" v="7" actId="2696"/>
        <pc:sldMkLst>
          <pc:docMk/>
          <pc:sldMk cId="1275496641" sldId="281"/>
        </pc:sldMkLst>
      </pc:sldChg>
      <pc:sldChg chg="del">
        <pc:chgData name="DAVID JAYAKUMAR - STUDENT" userId="8afe0497-a8bd-4940-bd14-01f9512708f8" providerId="ADAL" clId="{D94070AC-6AB0-58C6-B079-DB8EA44C7478}" dt="2026-04-27T17:48:12.277" v="7" actId="2696"/>
        <pc:sldMkLst>
          <pc:docMk/>
          <pc:sldMk cId="2992583012" sldId="282"/>
        </pc:sldMkLst>
      </pc:sldChg>
      <pc:sldChg chg="del">
        <pc:chgData name="DAVID JAYAKUMAR - STUDENT" userId="8afe0497-a8bd-4940-bd14-01f9512708f8" providerId="ADAL" clId="{D94070AC-6AB0-58C6-B079-DB8EA44C7478}" dt="2026-04-27T17:48:12.277" v="7" actId="2696"/>
        <pc:sldMkLst>
          <pc:docMk/>
          <pc:sldMk cId="958129351" sldId="283"/>
        </pc:sldMkLst>
      </pc:sldChg>
      <pc:sldChg chg="del">
        <pc:chgData name="DAVID JAYAKUMAR - STUDENT" userId="8afe0497-a8bd-4940-bd14-01f9512708f8" providerId="ADAL" clId="{D94070AC-6AB0-58C6-B079-DB8EA44C7478}" dt="2026-04-27T17:48:12.277" v="7" actId="2696"/>
        <pc:sldMkLst>
          <pc:docMk/>
          <pc:sldMk cId="3496709548" sldId="284"/>
        </pc:sldMkLst>
      </pc:sldChg>
      <pc:sldChg chg="del">
        <pc:chgData name="DAVID JAYAKUMAR - STUDENT" userId="8afe0497-a8bd-4940-bd14-01f9512708f8" providerId="ADAL" clId="{D94070AC-6AB0-58C6-B079-DB8EA44C7478}" dt="2026-04-27T17:48:12.277" v="7" actId="2696"/>
        <pc:sldMkLst>
          <pc:docMk/>
          <pc:sldMk cId="904539830" sldId="285"/>
        </pc:sldMkLst>
      </pc:sldChg>
      <pc:sldChg chg="del">
        <pc:chgData name="DAVID JAYAKUMAR - STUDENT" userId="8afe0497-a8bd-4940-bd14-01f9512708f8" providerId="ADAL" clId="{D94070AC-6AB0-58C6-B079-DB8EA44C7478}" dt="2026-04-27T17:48:12.277" v="7" actId="2696"/>
        <pc:sldMkLst>
          <pc:docMk/>
          <pc:sldMk cId="3960870494" sldId="286"/>
        </pc:sldMkLst>
      </pc:sldChg>
      <pc:sldChg chg="del">
        <pc:chgData name="DAVID JAYAKUMAR - STUDENT" userId="8afe0497-a8bd-4940-bd14-01f9512708f8" providerId="ADAL" clId="{D94070AC-6AB0-58C6-B079-DB8EA44C7478}" dt="2026-04-27T17:48:12.277" v="7" actId="2696"/>
        <pc:sldMkLst>
          <pc:docMk/>
          <pc:sldMk cId="3737676462" sldId="287"/>
        </pc:sldMkLst>
      </pc:sldChg>
      <pc:sldChg chg="del">
        <pc:chgData name="DAVID JAYAKUMAR - STUDENT" userId="8afe0497-a8bd-4940-bd14-01f9512708f8" providerId="ADAL" clId="{D94070AC-6AB0-58C6-B079-DB8EA44C7478}" dt="2026-04-27T17:48:12.277" v="7" actId="2696"/>
        <pc:sldMkLst>
          <pc:docMk/>
          <pc:sldMk cId="451963100" sldId="288"/>
        </pc:sldMkLst>
      </pc:sldChg>
      <pc:sldChg chg="del">
        <pc:chgData name="DAVID JAYAKUMAR - STUDENT" userId="8afe0497-a8bd-4940-bd14-01f9512708f8" providerId="ADAL" clId="{D94070AC-6AB0-58C6-B079-DB8EA44C7478}" dt="2026-04-27T17:48:12.277" v="7" actId="2696"/>
        <pc:sldMkLst>
          <pc:docMk/>
          <pc:sldMk cId="2721054767" sldId="289"/>
        </pc:sldMkLst>
      </pc:sldChg>
      <pc:sldChg chg="del">
        <pc:chgData name="DAVID JAYAKUMAR - STUDENT" userId="8afe0497-a8bd-4940-bd14-01f9512708f8" providerId="ADAL" clId="{D94070AC-6AB0-58C6-B079-DB8EA44C7478}" dt="2026-04-27T17:48:12.277" v="7" actId="2696"/>
        <pc:sldMkLst>
          <pc:docMk/>
          <pc:sldMk cId="3044060491" sldId="290"/>
        </pc:sldMkLst>
      </pc:sldChg>
      <pc:sldChg chg="del">
        <pc:chgData name="DAVID JAYAKUMAR - STUDENT" userId="8afe0497-a8bd-4940-bd14-01f9512708f8" providerId="ADAL" clId="{D94070AC-6AB0-58C6-B079-DB8EA44C7478}" dt="2026-04-27T17:48:12.277" v="7" actId="2696"/>
        <pc:sldMkLst>
          <pc:docMk/>
          <pc:sldMk cId="1569343018" sldId="291"/>
        </pc:sldMkLst>
      </pc:sldChg>
      <pc:sldChg chg="del">
        <pc:chgData name="DAVID JAYAKUMAR - STUDENT" userId="8afe0497-a8bd-4940-bd14-01f9512708f8" providerId="ADAL" clId="{D94070AC-6AB0-58C6-B079-DB8EA44C7478}" dt="2026-04-27T17:48:12.277" v="7" actId="2696"/>
        <pc:sldMkLst>
          <pc:docMk/>
          <pc:sldMk cId="2969001681" sldId="292"/>
        </pc:sldMkLst>
      </pc:sldChg>
      <pc:sldChg chg="del">
        <pc:chgData name="DAVID JAYAKUMAR - STUDENT" userId="8afe0497-a8bd-4940-bd14-01f9512708f8" providerId="ADAL" clId="{D94070AC-6AB0-58C6-B079-DB8EA44C7478}" dt="2026-04-27T17:48:12.277" v="7" actId="2696"/>
        <pc:sldMkLst>
          <pc:docMk/>
          <pc:sldMk cId="107775750" sldId="293"/>
        </pc:sldMkLst>
      </pc:sldChg>
      <pc:sldChg chg="modNotesTx">
        <pc:chgData name="DAVID JAYAKUMAR - STUDENT" userId="8afe0497-a8bd-4940-bd14-01f9512708f8" providerId="ADAL" clId="{D94070AC-6AB0-58C6-B079-DB8EA44C7478}" dt="2026-04-27T20:03:33.525" v="1618" actId="20577"/>
        <pc:sldMkLst>
          <pc:docMk/>
          <pc:sldMk cId="1523292416" sldId="294"/>
        </pc:sldMkLst>
      </pc:sldChg>
      <pc:sldChg chg="modNotesTx">
        <pc:chgData name="DAVID JAYAKUMAR - STUDENT" userId="8afe0497-a8bd-4940-bd14-01f9512708f8" providerId="ADAL" clId="{D94070AC-6AB0-58C6-B079-DB8EA44C7478}" dt="2026-04-27T20:25:39.846" v="1812" actId="6549"/>
        <pc:sldMkLst>
          <pc:docMk/>
          <pc:sldMk cId="3492947287" sldId="295"/>
        </pc:sldMkLst>
      </pc:sldChg>
      <pc:sldChg chg="modNotesTx">
        <pc:chgData name="DAVID JAYAKUMAR - STUDENT" userId="8afe0497-a8bd-4940-bd14-01f9512708f8" providerId="ADAL" clId="{D94070AC-6AB0-58C6-B079-DB8EA44C7478}" dt="2026-04-27T19:47:15.009" v="1193" actId="20577"/>
        <pc:sldMkLst>
          <pc:docMk/>
          <pc:sldMk cId="614234472" sldId="296"/>
        </pc:sldMkLst>
      </pc:sldChg>
      <pc:sldChg chg="modNotesTx">
        <pc:chgData name="DAVID JAYAKUMAR - STUDENT" userId="8afe0497-a8bd-4940-bd14-01f9512708f8" providerId="ADAL" clId="{D94070AC-6AB0-58C6-B079-DB8EA44C7478}" dt="2026-04-27T20:21:52.595" v="1766" actId="20577"/>
        <pc:sldMkLst>
          <pc:docMk/>
          <pc:sldMk cId="4112211778" sldId="297"/>
        </pc:sldMkLst>
      </pc:sldChg>
      <pc:sldChg chg="addSp modSp mod modNotesTx">
        <pc:chgData name="DAVID JAYAKUMAR - STUDENT" userId="8afe0497-a8bd-4940-bd14-01f9512708f8" providerId="ADAL" clId="{D94070AC-6AB0-58C6-B079-DB8EA44C7478}" dt="2026-04-27T20:26:56.888" v="1816" actId="1076"/>
        <pc:sldMkLst>
          <pc:docMk/>
          <pc:sldMk cId="3063163111" sldId="298"/>
        </pc:sldMkLst>
        <pc:spChg chg="mod">
          <ac:chgData name="DAVID JAYAKUMAR - STUDENT" userId="8afe0497-a8bd-4940-bd14-01f9512708f8" providerId="ADAL" clId="{D94070AC-6AB0-58C6-B079-DB8EA44C7478}" dt="2026-04-27T20:26:56.888" v="1816" actId="1076"/>
          <ac:spMkLst>
            <pc:docMk/>
            <pc:sldMk cId="3063163111" sldId="298"/>
            <ac:spMk id="2" creationId="{2E373CC0-C037-093E-6F6D-A688B657E569}"/>
          </ac:spMkLst>
        </pc:spChg>
        <pc:spChg chg="mod">
          <ac:chgData name="DAVID JAYAKUMAR - STUDENT" userId="8afe0497-a8bd-4940-bd14-01f9512708f8" providerId="ADAL" clId="{D94070AC-6AB0-58C6-B079-DB8EA44C7478}" dt="2026-04-27T20:26:56.888" v="1816" actId="1076"/>
          <ac:spMkLst>
            <pc:docMk/>
            <pc:sldMk cId="3063163111" sldId="298"/>
            <ac:spMk id="3" creationId="{B9FE3C5C-74D8-A64B-FE86-A26AAC5A331B}"/>
          </ac:spMkLst>
        </pc:spChg>
        <pc:spChg chg="mod">
          <ac:chgData name="DAVID JAYAKUMAR - STUDENT" userId="8afe0497-a8bd-4940-bd14-01f9512708f8" providerId="ADAL" clId="{D94070AC-6AB0-58C6-B079-DB8EA44C7478}" dt="2026-04-27T20:26:56.888" v="1816" actId="1076"/>
          <ac:spMkLst>
            <pc:docMk/>
            <pc:sldMk cId="3063163111" sldId="298"/>
            <ac:spMk id="4" creationId="{30607201-A272-383D-2B72-6F2FB1B47F92}"/>
          </ac:spMkLst>
        </pc:spChg>
        <pc:spChg chg="mod">
          <ac:chgData name="DAVID JAYAKUMAR - STUDENT" userId="8afe0497-a8bd-4940-bd14-01f9512708f8" providerId="ADAL" clId="{D94070AC-6AB0-58C6-B079-DB8EA44C7478}" dt="2026-04-27T20:26:56.888" v="1816" actId="1076"/>
          <ac:spMkLst>
            <pc:docMk/>
            <pc:sldMk cId="3063163111" sldId="298"/>
            <ac:spMk id="5" creationId="{69E5C914-B8CE-D762-36F8-C042A8657DA8}"/>
          </ac:spMkLst>
        </pc:spChg>
        <pc:spChg chg="mod">
          <ac:chgData name="DAVID JAYAKUMAR - STUDENT" userId="8afe0497-a8bd-4940-bd14-01f9512708f8" providerId="ADAL" clId="{D94070AC-6AB0-58C6-B079-DB8EA44C7478}" dt="2026-04-27T20:26:56.888" v="1816" actId="1076"/>
          <ac:spMkLst>
            <pc:docMk/>
            <pc:sldMk cId="3063163111" sldId="298"/>
            <ac:spMk id="6" creationId="{E97D3132-4324-E25B-4DEE-C2ACDEC91136}"/>
          </ac:spMkLst>
        </pc:spChg>
        <pc:spChg chg="mod">
          <ac:chgData name="DAVID JAYAKUMAR - STUDENT" userId="8afe0497-a8bd-4940-bd14-01f9512708f8" providerId="ADAL" clId="{D94070AC-6AB0-58C6-B079-DB8EA44C7478}" dt="2026-04-27T20:26:56.888" v="1816" actId="1076"/>
          <ac:spMkLst>
            <pc:docMk/>
            <pc:sldMk cId="3063163111" sldId="298"/>
            <ac:spMk id="7" creationId="{94CD1D1F-71F1-C92C-9FA1-CD9AA9C50321}"/>
          </ac:spMkLst>
        </pc:spChg>
        <pc:spChg chg="add mod">
          <ac:chgData name="DAVID JAYAKUMAR - STUDENT" userId="8afe0497-a8bd-4940-bd14-01f9512708f8" providerId="ADAL" clId="{D94070AC-6AB0-58C6-B079-DB8EA44C7478}" dt="2026-04-27T20:26:56.888" v="1816" actId="1076"/>
          <ac:spMkLst>
            <pc:docMk/>
            <pc:sldMk cId="3063163111" sldId="298"/>
            <ac:spMk id="8" creationId="{37DEBCBA-EBD4-47F9-63CD-4350D63D2D03}"/>
          </ac:spMkLst>
        </pc:spChg>
        <pc:spChg chg="add mod">
          <ac:chgData name="DAVID JAYAKUMAR - STUDENT" userId="8afe0497-a8bd-4940-bd14-01f9512708f8" providerId="ADAL" clId="{D94070AC-6AB0-58C6-B079-DB8EA44C7478}" dt="2026-04-27T20:26:56.888" v="1816" actId="1076"/>
          <ac:spMkLst>
            <pc:docMk/>
            <pc:sldMk cId="3063163111" sldId="298"/>
            <ac:spMk id="9" creationId="{E1B0C4EB-02CB-15B9-67CC-2E8116EEDB7F}"/>
          </ac:spMkLst>
        </pc:spChg>
        <pc:spChg chg="add mod">
          <ac:chgData name="DAVID JAYAKUMAR - STUDENT" userId="8afe0497-a8bd-4940-bd14-01f9512708f8" providerId="ADAL" clId="{D94070AC-6AB0-58C6-B079-DB8EA44C7478}" dt="2026-04-27T20:26:56.888" v="1816" actId="1076"/>
          <ac:spMkLst>
            <pc:docMk/>
            <pc:sldMk cId="3063163111" sldId="298"/>
            <ac:spMk id="11" creationId="{F19B33D1-3164-8FA3-B5F7-F3A38414AB93}"/>
          </ac:spMkLst>
        </pc:spChg>
      </pc:sldChg>
      <pc:sldChg chg="modNotesTx">
        <pc:chgData name="DAVID JAYAKUMAR - STUDENT" userId="8afe0497-a8bd-4940-bd14-01f9512708f8" providerId="ADAL" clId="{D94070AC-6AB0-58C6-B079-DB8EA44C7478}" dt="2026-04-27T20:18:48.249" v="1732" actId="20577"/>
        <pc:sldMkLst>
          <pc:docMk/>
          <pc:sldMk cId="1170316481" sldId="299"/>
        </pc:sldMkLst>
      </pc:sldChg>
      <pc:sldChg chg="addSp delSp modSp mod modNotesTx">
        <pc:chgData name="DAVID JAYAKUMAR - STUDENT" userId="8afe0497-a8bd-4940-bd14-01f9512708f8" providerId="ADAL" clId="{D94070AC-6AB0-58C6-B079-DB8EA44C7478}" dt="2026-04-27T20:26:42.206" v="1815" actId="1076"/>
        <pc:sldMkLst>
          <pc:docMk/>
          <pc:sldMk cId="1766648018" sldId="300"/>
        </pc:sldMkLst>
        <pc:spChg chg="add del mod">
          <ac:chgData name="DAVID JAYAKUMAR - STUDENT" userId="8afe0497-a8bd-4940-bd14-01f9512708f8" providerId="ADAL" clId="{D94070AC-6AB0-58C6-B079-DB8EA44C7478}" dt="2026-04-27T19:26:58.435" v="605" actId="478"/>
          <ac:spMkLst>
            <pc:docMk/>
            <pc:sldMk cId="1766648018" sldId="300"/>
            <ac:spMk id="2" creationId="{E5591B19-2C0F-0CFA-7EC9-C39A893690CB}"/>
          </ac:spMkLst>
        </pc:spChg>
        <pc:spChg chg="add mod">
          <ac:chgData name="DAVID JAYAKUMAR - STUDENT" userId="8afe0497-a8bd-4940-bd14-01f9512708f8" providerId="ADAL" clId="{D94070AC-6AB0-58C6-B079-DB8EA44C7478}" dt="2026-04-27T20:26:39.402" v="1814" actId="1076"/>
          <ac:spMkLst>
            <pc:docMk/>
            <pc:sldMk cId="1766648018" sldId="300"/>
            <ac:spMk id="3" creationId="{1EBE7D3F-9B8E-05B7-A2A3-C37D75701942}"/>
          </ac:spMkLst>
        </pc:spChg>
        <pc:spChg chg="add del mod">
          <ac:chgData name="DAVID JAYAKUMAR - STUDENT" userId="8afe0497-a8bd-4940-bd14-01f9512708f8" providerId="ADAL" clId="{D94070AC-6AB0-58C6-B079-DB8EA44C7478}" dt="2026-04-27T19:27:06.293" v="612" actId="478"/>
          <ac:spMkLst>
            <pc:docMk/>
            <pc:sldMk cId="1766648018" sldId="300"/>
            <ac:spMk id="4" creationId="{2272AD94-3836-1B07-F99A-91C7DC463B9B}"/>
          </ac:spMkLst>
        </pc:spChg>
        <pc:spChg chg="add del mod">
          <ac:chgData name="DAVID JAYAKUMAR - STUDENT" userId="8afe0497-a8bd-4940-bd14-01f9512708f8" providerId="ADAL" clId="{D94070AC-6AB0-58C6-B079-DB8EA44C7478}" dt="2026-04-27T20:26:39.402" v="1814" actId="1076"/>
          <ac:spMkLst>
            <pc:docMk/>
            <pc:sldMk cId="1766648018" sldId="300"/>
            <ac:spMk id="5" creationId="{F9A8058A-315D-3294-4369-51B230CD99CE}"/>
          </ac:spMkLst>
        </pc:spChg>
        <pc:spChg chg="add del mod">
          <ac:chgData name="DAVID JAYAKUMAR - STUDENT" userId="8afe0497-a8bd-4940-bd14-01f9512708f8" providerId="ADAL" clId="{D94070AC-6AB0-58C6-B079-DB8EA44C7478}" dt="2026-04-27T19:27:11.802" v="615" actId="478"/>
          <ac:spMkLst>
            <pc:docMk/>
            <pc:sldMk cId="1766648018" sldId="300"/>
            <ac:spMk id="6" creationId="{3EA9B960-829C-D6F2-AD4B-934F277CBE1C}"/>
          </ac:spMkLst>
        </pc:spChg>
        <pc:spChg chg="add mod">
          <ac:chgData name="DAVID JAYAKUMAR - STUDENT" userId="8afe0497-a8bd-4940-bd14-01f9512708f8" providerId="ADAL" clId="{D94070AC-6AB0-58C6-B079-DB8EA44C7478}" dt="2026-04-27T20:26:39.402" v="1814" actId="1076"/>
          <ac:spMkLst>
            <pc:docMk/>
            <pc:sldMk cId="1766648018" sldId="300"/>
            <ac:spMk id="7" creationId="{9C3733A8-5F0E-3804-7687-BC864AA1C5B2}"/>
          </ac:spMkLst>
        </pc:spChg>
        <pc:spChg chg="add mod">
          <ac:chgData name="DAVID JAYAKUMAR - STUDENT" userId="8afe0497-a8bd-4940-bd14-01f9512708f8" providerId="ADAL" clId="{D94070AC-6AB0-58C6-B079-DB8EA44C7478}" dt="2026-04-27T20:26:39.402" v="1814" actId="1076"/>
          <ac:spMkLst>
            <pc:docMk/>
            <pc:sldMk cId="1766648018" sldId="300"/>
            <ac:spMk id="8" creationId="{7A041D7E-0BCC-644A-8295-1686525DD611}"/>
          </ac:spMkLst>
        </pc:spChg>
        <pc:spChg chg="add del mod">
          <ac:chgData name="DAVID JAYAKUMAR - STUDENT" userId="8afe0497-a8bd-4940-bd14-01f9512708f8" providerId="ADAL" clId="{D94070AC-6AB0-58C6-B079-DB8EA44C7478}" dt="2026-04-27T19:26:55.757" v="603" actId="478"/>
          <ac:spMkLst>
            <pc:docMk/>
            <pc:sldMk cId="1766648018" sldId="300"/>
            <ac:spMk id="9" creationId="{B0C3DBB3-ACCF-5954-D3FA-753C2DB3EAC9}"/>
          </ac:spMkLst>
        </pc:spChg>
        <pc:spChg chg="mod">
          <ac:chgData name="DAVID JAYAKUMAR - STUDENT" userId="8afe0497-a8bd-4940-bd14-01f9512708f8" providerId="ADAL" clId="{D94070AC-6AB0-58C6-B079-DB8EA44C7478}" dt="2026-04-27T20:26:42.206" v="1815" actId="1076"/>
          <ac:spMkLst>
            <pc:docMk/>
            <pc:sldMk cId="1766648018" sldId="300"/>
            <ac:spMk id="10" creationId="{E2DEB92B-A2E8-C960-9F61-E30D98E4F611}"/>
          </ac:spMkLst>
        </pc:spChg>
        <pc:spChg chg="add mod">
          <ac:chgData name="DAVID JAYAKUMAR - STUDENT" userId="8afe0497-a8bd-4940-bd14-01f9512708f8" providerId="ADAL" clId="{D94070AC-6AB0-58C6-B079-DB8EA44C7478}" dt="2026-04-27T20:26:39.402" v="1814" actId="1076"/>
          <ac:spMkLst>
            <pc:docMk/>
            <pc:sldMk cId="1766648018" sldId="300"/>
            <ac:spMk id="12" creationId="{5334A1D9-8B09-3E29-A93D-5A06372476FD}"/>
          </ac:spMkLst>
        </pc:spChg>
        <pc:spChg chg="add mod">
          <ac:chgData name="DAVID JAYAKUMAR - STUDENT" userId="8afe0497-a8bd-4940-bd14-01f9512708f8" providerId="ADAL" clId="{D94070AC-6AB0-58C6-B079-DB8EA44C7478}" dt="2026-04-27T20:26:39.402" v="1814" actId="1076"/>
          <ac:spMkLst>
            <pc:docMk/>
            <pc:sldMk cId="1766648018" sldId="300"/>
            <ac:spMk id="13" creationId="{33AEFA59-860D-13AB-BB82-C340E5D43FC5}"/>
          </ac:spMkLst>
        </pc:spChg>
        <pc:spChg chg="add mod">
          <ac:chgData name="DAVID JAYAKUMAR - STUDENT" userId="8afe0497-a8bd-4940-bd14-01f9512708f8" providerId="ADAL" clId="{D94070AC-6AB0-58C6-B079-DB8EA44C7478}" dt="2026-04-27T20:26:39.402" v="1814" actId="1076"/>
          <ac:spMkLst>
            <pc:docMk/>
            <pc:sldMk cId="1766648018" sldId="300"/>
            <ac:spMk id="14" creationId="{93058BB4-0A87-6702-78CB-D5C125C569A7}"/>
          </ac:spMkLst>
        </pc:spChg>
        <pc:spChg chg="add mod">
          <ac:chgData name="DAVID JAYAKUMAR - STUDENT" userId="8afe0497-a8bd-4940-bd14-01f9512708f8" providerId="ADAL" clId="{D94070AC-6AB0-58C6-B079-DB8EA44C7478}" dt="2026-04-27T20:26:39.402" v="1814" actId="1076"/>
          <ac:spMkLst>
            <pc:docMk/>
            <pc:sldMk cId="1766648018" sldId="300"/>
            <ac:spMk id="15" creationId="{E29367D2-51B8-1935-8E0F-DFC31315F306}"/>
          </ac:spMkLst>
        </pc:spChg>
        <pc:spChg chg="add mod">
          <ac:chgData name="DAVID JAYAKUMAR - STUDENT" userId="8afe0497-a8bd-4940-bd14-01f9512708f8" providerId="ADAL" clId="{D94070AC-6AB0-58C6-B079-DB8EA44C7478}" dt="2026-04-27T19:28:42.050" v="711"/>
          <ac:spMkLst>
            <pc:docMk/>
            <pc:sldMk cId="1766648018" sldId="300"/>
            <ac:spMk id="16" creationId="{AA89F981-141D-691D-66CB-61EA6EACE113}"/>
          </ac:spMkLst>
        </pc:spChg>
        <pc:spChg chg="add mod">
          <ac:chgData name="DAVID JAYAKUMAR - STUDENT" userId="8afe0497-a8bd-4940-bd14-01f9512708f8" providerId="ADAL" clId="{D94070AC-6AB0-58C6-B079-DB8EA44C7478}" dt="2026-04-27T19:28:42.050" v="711"/>
          <ac:spMkLst>
            <pc:docMk/>
            <pc:sldMk cId="1766648018" sldId="300"/>
            <ac:spMk id="17" creationId="{C22F3CC0-D6FD-8C9B-BC34-C92101956B88}"/>
          </ac:spMkLst>
        </pc:spChg>
        <pc:spChg chg="add mod">
          <ac:chgData name="DAVID JAYAKUMAR - STUDENT" userId="8afe0497-a8bd-4940-bd14-01f9512708f8" providerId="ADAL" clId="{D94070AC-6AB0-58C6-B079-DB8EA44C7478}" dt="2026-04-27T19:28:42.050" v="711"/>
          <ac:spMkLst>
            <pc:docMk/>
            <pc:sldMk cId="1766648018" sldId="300"/>
            <ac:spMk id="18" creationId="{4136EC3A-B271-F5FE-8F14-84762C3C12E0}"/>
          </ac:spMkLst>
        </pc:spChg>
        <pc:spChg chg="add mod">
          <ac:chgData name="DAVID JAYAKUMAR - STUDENT" userId="8afe0497-a8bd-4940-bd14-01f9512708f8" providerId="ADAL" clId="{D94070AC-6AB0-58C6-B079-DB8EA44C7478}" dt="2026-04-27T20:26:39.402" v="1814" actId="1076"/>
          <ac:spMkLst>
            <pc:docMk/>
            <pc:sldMk cId="1766648018" sldId="300"/>
            <ac:spMk id="19" creationId="{769DCA8C-52DA-8807-8133-B0E7730D607D}"/>
          </ac:spMkLst>
        </pc:spChg>
      </pc:sldChg>
      <pc:sldChg chg="del">
        <pc:chgData name="DAVID JAYAKUMAR - STUDENT" userId="8afe0497-a8bd-4940-bd14-01f9512708f8" providerId="ADAL" clId="{D94070AC-6AB0-58C6-B079-DB8EA44C7478}" dt="2026-04-27T17:48:12.277" v="7" actId="2696"/>
        <pc:sldMkLst>
          <pc:docMk/>
          <pc:sldMk cId="4010250053" sldId="302"/>
        </pc:sldMkLst>
      </pc:sldChg>
      <pc:sldChg chg="del">
        <pc:chgData name="DAVID JAYAKUMAR - STUDENT" userId="8afe0497-a8bd-4940-bd14-01f9512708f8" providerId="ADAL" clId="{D94070AC-6AB0-58C6-B079-DB8EA44C7478}" dt="2026-04-27T17:48:12.277" v="7" actId="2696"/>
        <pc:sldMkLst>
          <pc:docMk/>
          <pc:sldMk cId="2208381768" sldId="303"/>
        </pc:sldMkLst>
      </pc:sldChg>
      <pc:sldChg chg="del">
        <pc:chgData name="DAVID JAYAKUMAR - STUDENT" userId="8afe0497-a8bd-4940-bd14-01f9512708f8" providerId="ADAL" clId="{D94070AC-6AB0-58C6-B079-DB8EA44C7478}" dt="2026-04-27T17:48:12.277" v="7" actId="2696"/>
        <pc:sldMkLst>
          <pc:docMk/>
          <pc:sldMk cId="2676318241" sldId="304"/>
        </pc:sldMkLst>
      </pc:sldChg>
      <pc:sldChg chg="del">
        <pc:chgData name="DAVID JAYAKUMAR - STUDENT" userId="8afe0497-a8bd-4940-bd14-01f9512708f8" providerId="ADAL" clId="{D94070AC-6AB0-58C6-B079-DB8EA44C7478}" dt="2026-04-27T17:48:12.277" v="7" actId="2696"/>
        <pc:sldMkLst>
          <pc:docMk/>
          <pc:sldMk cId="3536085366" sldId="305"/>
        </pc:sldMkLst>
      </pc:sldChg>
      <pc:sldChg chg="del">
        <pc:chgData name="DAVID JAYAKUMAR - STUDENT" userId="8afe0497-a8bd-4940-bd14-01f9512708f8" providerId="ADAL" clId="{D94070AC-6AB0-58C6-B079-DB8EA44C7478}" dt="2026-04-27T17:48:12.277" v="7" actId="2696"/>
        <pc:sldMkLst>
          <pc:docMk/>
          <pc:sldMk cId="4090690253" sldId="306"/>
        </pc:sldMkLst>
      </pc:sldChg>
      <pc:sldChg chg="del">
        <pc:chgData name="DAVID JAYAKUMAR - STUDENT" userId="8afe0497-a8bd-4940-bd14-01f9512708f8" providerId="ADAL" clId="{D94070AC-6AB0-58C6-B079-DB8EA44C7478}" dt="2026-04-27T17:48:12.277" v="7" actId="2696"/>
        <pc:sldMkLst>
          <pc:docMk/>
          <pc:sldMk cId="3314967029" sldId="307"/>
        </pc:sldMkLst>
      </pc:sldChg>
      <pc:sldChg chg="del">
        <pc:chgData name="DAVID JAYAKUMAR - STUDENT" userId="8afe0497-a8bd-4940-bd14-01f9512708f8" providerId="ADAL" clId="{D94070AC-6AB0-58C6-B079-DB8EA44C7478}" dt="2026-04-27T17:48:12.277" v="7" actId="2696"/>
        <pc:sldMkLst>
          <pc:docMk/>
          <pc:sldMk cId="3318597938" sldId="308"/>
        </pc:sldMkLst>
      </pc:sldChg>
      <pc:sldChg chg="del">
        <pc:chgData name="DAVID JAYAKUMAR - STUDENT" userId="8afe0497-a8bd-4940-bd14-01f9512708f8" providerId="ADAL" clId="{D94070AC-6AB0-58C6-B079-DB8EA44C7478}" dt="2026-04-27T17:48:12.277" v="7" actId="2696"/>
        <pc:sldMkLst>
          <pc:docMk/>
          <pc:sldMk cId="675755609" sldId="30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684AB-2DDC-9342-A7B6-376C141AB53F}" type="datetimeFigureOut">
              <a:rPr lang="en-US" smtClean="0"/>
              <a:t>4/27/26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361B0C-A84F-004F-BE28-C39A513DDB58}" type="slidenum">
              <a:rPr lang="en-US" smtClean="0"/>
              <a:t>‹#›</a:t>
            </a:fld>
            <a:endParaRPr lang="en-US"/>
          </a:p>
        </p:txBody>
      </p:sp>
    </p:spTree>
    <p:extLst>
      <p:ext uri="{BB962C8B-B14F-4D97-AF65-F5344CB8AC3E}">
        <p14:creationId xmlns:p14="http://schemas.microsoft.com/office/powerpoint/2010/main" val="451353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E1110-78F8-EABA-7F65-4E66BA341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FC37A-72EC-8C0A-AA9C-457BB8566E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20449-9200-3E4D-0EFA-CEB60B6C32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831ED9-4589-39AF-02A8-9A1036E90A29}"/>
              </a:ext>
            </a:extLst>
          </p:cNvPr>
          <p:cNvSpPr>
            <a:spLocks noGrp="1"/>
          </p:cNvSpPr>
          <p:nvPr>
            <p:ph type="sldNum" sz="quarter" idx="5"/>
          </p:nvPr>
        </p:nvSpPr>
        <p:spPr/>
        <p:txBody>
          <a:bodyPr/>
          <a:lstStyle/>
          <a:p>
            <a:fld id="{206EE814-0DD2-5545-BF3C-93ED095A2996}" type="slidenum">
              <a:rPr lang="en-US" smtClean="0"/>
              <a:t>1</a:t>
            </a:fld>
            <a:endParaRPr lang="en-US"/>
          </a:p>
        </p:txBody>
      </p:sp>
    </p:spTree>
    <p:extLst>
      <p:ext uri="{BB962C8B-B14F-4D97-AF65-F5344CB8AC3E}">
        <p14:creationId xmlns:p14="http://schemas.microsoft.com/office/powerpoint/2010/main" val="800785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E" dirty="0"/>
            </a:br>
            <a:endParaRPr lang="en-IE" dirty="0"/>
          </a:p>
          <a:p>
            <a:r>
              <a:rPr lang="en-IE" sz="1200" b="1" i="0" kern="1200" dirty="0">
                <a:solidFill>
                  <a:schemeClr val="tx1"/>
                </a:solidFill>
                <a:effectLst/>
                <a:latin typeface="+mn-lt"/>
                <a:ea typeface="+mn-ea"/>
                <a:cs typeface="+mn-cs"/>
              </a:rPr>
              <a:t>Slide 1 — "From Simulation to Reality"</a:t>
            </a:r>
            <a:r>
              <a:rPr lang="en-IE" sz="1200" b="0" i="0" kern="1200" dirty="0">
                <a:solidFill>
                  <a:schemeClr val="tx1"/>
                </a:solidFill>
                <a:effectLst/>
                <a:latin typeface="+mn-lt"/>
                <a:ea typeface="+mn-ea"/>
                <a:cs typeface="+mn-cs"/>
              </a:rPr>
              <a:t> </a:t>
            </a:r>
            <a:r>
              <a:rPr lang="en-IE" sz="1200" b="0" i="1" kern="1200" dirty="0">
                <a:solidFill>
                  <a:schemeClr val="tx1"/>
                </a:solidFill>
                <a:effectLst/>
                <a:latin typeface="+mn-lt"/>
                <a:ea typeface="+mn-ea"/>
                <a:cs typeface="+mn-cs"/>
              </a:rPr>
              <a:t>(~40 seconds)</a:t>
            </a:r>
            <a:endParaRPr lang="en-IE" sz="1200" b="0" i="0" kern="1200" dirty="0">
              <a:solidFill>
                <a:schemeClr val="tx1"/>
              </a:solidFill>
              <a:effectLst/>
              <a:latin typeface="+mn-lt"/>
              <a:ea typeface="+mn-ea"/>
              <a:cs typeface="+mn-cs"/>
            </a:endParaRPr>
          </a:p>
          <a:p>
            <a:r>
              <a:rPr lang="en-IE" sz="1200" kern="1200" dirty="0">
                <a:solidFill>
                  <a:schemeClr val="tx1"/>
                </a:solidFill>
                <a:effectLst/>
                <a:latin typeface="+mn-lt"/>
                <a:ea typeface="+mn-ea"/>
                <a:cs typeface="+mn-cs"/>
              </a:rPr>
              <a:t>This project is a live network defence system — a trained RL agent from simulation observes a real containerised network, detects attacks, and executes defensive actions on real containers in real time. That's what this presentation is about.</a:t>
            </a:r>
          </a:p>
          <a:p>
            <a:r>
              <a:rPr lang="en-IE" sz="1200" kern="1200" dirty="0">
                <a:solidFill>
                  <a:schemeClr val="tx1"/>
                </a:solidFill>
                <a:effectLst/>
                <a:latin typeface="+mn-lt"/>
                <a:ea typeface="+mn-ea"/>
                <a:cs typeface="+mn-cs"/>
              </a:rPr>
              <a:t>At Christmas I'd researched RL from scratch — training various algorithms on environments like cartpole &amp; FrozenLake and concluded PPO was the right algorithm for network defence. At the start of this semester I attempted to train a GNN-PPO agent in </a:t>
            </a:r>
            <a:r>
              <a:rPr lang="en-IE" sz="1200" kern="1200" dirty="0" err="1">
                <a:solidFill>
                  <a:schemeClr val="tx1"/>
                </a:solidFill>
                <a:effectLst/>
                <a:latin typeface="+mn-lt"/>
                <a:ea typeface="+mn-ea"/>
                <a:cs typeface="+mn-cs"/>
              </a:rPr>
              <a:t>CybORG</a:t>
            </a:r>
            <a:r>
              <a:rPr lang="en-IE" sz="1200" kern="1200" dirty="0">
                <a:solidFill>
                  <a:schemeClr val="tx1"/>
                </a:solidFill>
                <a:effectLst/>
                <a:latin typeface="+mn-lt"/>
                <a:ea typeface="+mn-ea"/>
                <a:cs typeface="+mn-cs"/>
              </a:rPr>
              <a:t> myself, but training was taking too long — I could either spend the semester waiting on a run that might not converge, or use a pre-trained agent and build something real. I chose real. </a:t>
            </a:r>
          </a:p>
        </p:txBody>
      </p:sp>
      <p:sp>
        <p:nvSpPr>
          <p:cNvPr id="4" name="Slide Number Placeholder 3"/>
          <p:cNvSpPr>
            <a:spLocks noGrp="1"/>
          </p:cNvSpPr>
          <p:nvPr>
            <p:ph type="sldNum" sz="quarter" idx="5"/>
          </p:nvPr>
        </p:nvSpPr>
        <p:spPr/>
        <p:txBody>
          <a:bodyPr/>
          <a:lstStyle/>
          <a:p>
            <a:fld id="{E7361B0C-A84F-004F-BE28-C39A513DDB58}" type="slidenum">
              <a:rPr lang="en-US" smtClean="0"/>
              <a:t>2</a:t>
            </a:fld>
            <a:endParaRPr lang="en-US"/>
          </a:p>
        </p:txBody>
      </p:sp>
    </p:spTree>
    <p:extLst>
      <p:ext uri="{BB962C8B-B14F-4D97-AF65-F5344CB8AC3E}">
        <p14:creationId xmlns:p14="http://schemas.microsoft.com/office/powerpoint/2010/main" val="3860693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1" i="0" kern="1200" dirty="0">
                <a:solidFill>
                  <a:schemeClr val="tx1"/>
                </a:solidFill>
                <a:effectLst/>
                <a:latin typeface="+mn-lt"/>
                <a:ea typeface="+mn-ea"/>
                <a:cs typeface="+mn-cs"/>
              </a:rPr>
              <a:t>Slide 2 — "Process"</a:t>
            </a:r>
            <a:r>
              <a:rPr lang="en-IE" sz="1200" b="0" i="0" kern="1200" dirty="0">
                <a:solidFill>
                  <a:schemeClr val="tx1"/>
                </a:solidFill>
                <a:effectLst/>
                <a:latin typeface="+mn-lt"/>
                <a:ea typeface="+mn-ea"/>
                <a:cs typeface="+mn-cs"/>
              </a:rPr>
              <a:t> </a:t>
            </a:r>
            <a:r>
              <a:rPr lang="en-IE" sz="1200" b="0" i="1" kern="1200" dirty="0">
                <a:solidFill>
                  <a:schemeClr val="tx1"/>
                </a:solidFill>
                <a:effectLst/>
                <a:latin typeface="+mn-lt"/>
                <a:ea typeface="+mn-ea"/>
                <a:cs typeface="+mn-cs"/>
              </a:rPr>
              <a:t>(~90 seconds)</a:t>
            </a:r>
          </a:p>
          <a:p>
            <a:r>
              <a:rPr lang="en-IE" sz="1200" b="0" i="0" kern="1200" dirty="0">
                <a:solidFill>
                  <a:schemeClr val="tx1"/>
                </a:solidFill>
                <a:effectLst/>
                <a:latin typeface="+mn-lt"/>
                <a:ea typeface="+mn-ea"/>
                <a:cs typeface="+mn-cs"/>
              </a:rPr>
              <a:t>I ran this project using Scrum across 15 sprints. Looking at the Jira board here — most stories had acceptance criteria and deliverables clearly defined, and every branch was named a certain way so tickets and code were always linked.</a:t>
            </a:r>
          </a:p>
          <a:p>
            <a:r>
              <a:rPr lang="en-IE" sz="1200" b="0" i="0" kern="1200" dirty="0">
                <a:solidFill>
                  <a:schemeClr val="tx1"/>
                </a:solidFill>
                <a:effectLst/>
                <a:latin typeface="+mn-lt"/>
                <a:ea typeface="+mn-ea"/>
                <a:cs typeface="+mn-cs"/>
              </a:rPr>
              <a:t>For reflection I used OneNote throughout. </a:t>
            </a:r>
            <a:r>
              <a:rPr lang="en-IE" sz="1200" b="0" i="0" kern="1200" dirty="0" err="1">
                <a:solidFill>
                  <a:schemeClr val="tx1"/>
                </a:solidFill>
                <a:effectLst/>
                <a:latin typeface="+mn-lt"/>
                <a:ea typeface="+mn-ea"/>
                <a:cs typeface="+mn-cs"/>
              </a:rPr>
              <a:t>i</a:t>
            </a:r>
            <a:r>
              <a:rPr lang="en-IE" sz="1200" b="0" i="0" kern="1200" dirty="0">
                <a:solidFill>
                  <a:schemeClr val="tx1"/>
                </a:solidFill>
                <a:effectLst/>
                <a:latin typeface="+mn-lt"/>
                <a:ea typeface="+mn-ea"/>
                <a:cs typeface="+mn-cs"/>
              </a:rPr>
              <a:t> tracked weekly logs where I document any work I did day-by-day, findings from research papers, teamwork standups, and my AI prompting proof. I also kept a record of my supervisor meetings here — I was in regular contact throughout the semester, which kept me honest about scope and progress rather than drifting.</a:t>
            </a:r>
          </a:p>
          <a:p>
            <a:r>
              <a:rPr lang="en-IE" sz="1200" b="0" i="0" kern="1200" dirty="0">
                <a:solidFill>
                  <a:schemeClr val="tx1"/>
                </a:solidFill>
                <a:effectLst/>
                <a:latin typeface="+mn-lt"/>
                <a:ea typeface="+mn-ea"/>
                <a:cs typeface="+mn-cs"/>
              </a:rPr>
              <a:t>I led my own sprint planning and retrospectives after each sprint using the Jira reports — the retrospectives directly changed how I approached the next one. The velocity and burndown charts show consistent output across the semester — and where work was lost, it was made up for in the next sprint.</a:t>
            </a:r>
          </a:p>
          <a:p>
            <a:r>
              <a:rPr lang="en-IE" sz="1200" b="0" i="0" kern="1200" dirty="0">
                <a:solidFill>
                  <a:schemeClr val="tx1"/>
                </a:solidFill>
                <a:effectLst/>
                <a:latin typeface="+mn-lt"/>
                <a:ea typeface="+mn-ea"/>
                <a:cs typeface="+mn-cs"/>
              </a:rPr>
              <a:t>On collaboration — the weekly standups kept me aligned with the rest of the class. Beyond that I had regular conversations with peers about their </a:t>
            </a:r>
            <a:r>
              <a:rPr lang="en-IE" sz="1200" b="0" i="0" kern="1200" dirty="0" err="1">
                <a:solidFill>
                  <a:schemeClr val="tx1"/>
                </a:solidFill>
                <a:effectLst/>
                <a:latin typeface="+mn-lt"/>
                <a:ea typeface="+mn-ea"/>
                <a:cs typeface="+mn-cs"/>
              </a:rPr>
              <a:t>projects.those</a:t>
            </a:r>
            <a:r>
              <a:rPr lang="en-IE" sz="1200" b="0" i="0" kern="1200" dirty="0">
                <a:solidFill>
                  <a:schemeClr val="tx1"/>
                </a:solidFill>
                <a:effectLst/>
                <a:latin typeface="+mn-lt"/>
                <a:ea typeface="+mn-ea"/>
                <a:cs typeface="+mn-cs"/>
              </a:rPr>
              <a:t> </a:t>
            </a:r>
            <a:r>
              <a:rPr lang="en-IE" sz="1200" b="0" i="0" kern="1200" dirty="0" err="1">
                <a:solidFill>
                  <a:schemeClr val="tx1"/>
                </a:solidFill>
                <a:effectLst/>
                <a:latin typeface="+mn-lt"/>
                <a:ea typeface="+mn-ea"/>
                <a:cs typeface="+mn-cs"/>
              </a:rPr>
              <a:t>checkins</a:t>
            </a:r>
            <a:r>
              <a:rPr lang="en-IE" sz="1200" b="0" i="0" kern="1200" dirty="0">
                <a:solidFill>
                  <a:schemeClr val="tx1"/>
                </a:solidFill>
                <a:effectLst/>
                <a:latin typeface="+mn-lt"/>
                <a:ea typeface="+mn-ea"/>
                <a:cs typeface="+mn-cs"/>
              </a:rPr>
              <a:t> helped me course-correct my own decisions and stay on track. The PR comment here shows peer review in action, or you would've seen my collaboration in mark </a:t>
            </a:r>
            <a:r>
              <a:rPr lang="en-IE" sz="1200" b="0" i="0" kern="1200" dirty="0" err="1">
                <a:solidFill>
                  <a:schemeClr val="tx1"/>
                </a:solidFill>
                <a:effectLst/>
                <a:latin typeface="+mn-lt"/>
                <a:ea typeface="+mn-ea"/>
                <a:cs typeface="+mn-cs"/>
              </a:rPr>
              <a:t>carrolls</a:t>
            </a:r>
            <a:r>
              <a:rPr lang="en-IE" sz="1200" b="0" i="0" kern="1200" dirty="0">
                <a:solidFill>
                  <a:schemeClr val="tx1"/>
                </a:solidFill>
                <a:effectLst/>
                <a:latin typeface="+mn-lt"/>
                <a:ea typeface="+mn-ea"/>
                <a:cs typeface="+mn-cs"/>
              </a:rPr>
              <a:t> project where he made an ai photo of me in a bikini</a:t>
            </a:r>
          </a:p>
          <a:p>
            <a:endParaRPr lang="en-US" dirty="0"/>
          </a:p>
        </p:txBody>
      </p:sp>
      <p:sp>
        <p:nvSpPr>
          <p:cNvPr id="4" name="Slide Number Placeholder 3"/>
          <p:cNvSpPr>
            <a:spLocks noGrp="1"/>
          </p:cNvSpPr>
          <p:nvPr>
            <p:ph type="sldNum" sz="quarter" idx="5"/>
          </p:nvPr>
        </p:nvSpPr>
        <p:spPr/>
        <p:txBody>
          <a:bodyPr/>
          <a:lstStyle/>
          <a:p>
            <a:fld id="{E7361B0C-A84F-004F-BE28-C39A513DDB58}" type="slidenum">
              <a:rPr lang="en-US" smtClean="0"/>
              <a:t>3</a:t>
            </a:fld>
            <a:endParaRPr lang="en-US"/>
          </a:p>
        </p:txBody>
      </p:sp>
    </p:spTree>
    <p:extLst>
      <p:ext uri="{BB962C8B-B14F-4D97-AF65-F5344CB8AC3E}">
        <p14:creationId xmlns:p14="http://schemas.microsoft.com/office/powerpoint/2010/main" val="974996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1" i="0" kern="1200" dirty="0">
                <a:solidFill>
                  <a:schemeClr val="tx1"/>
                </a:solidFill>
                <a:effectLst/>
                <a:latin typeface="+mn-lt"/>
                <a:ea typeface="+mn-ea"/>
                <a:cs typeface="+mn-cs"/>
              </a:rPr>
              <a:t>Slide 3 — "Architecture &amp; Design"</a:t>
            </a:r>
            <a:r>
              <a:rPr lang="en-IE" sz="1200" b="0" i="0" kern="1200" dirty="0">
                <a:solidFill>
                  <a:schemeClr val="tx1"/>
                </a:solidFill>
                <a:effectLst/>
                <a:latin typeface="+mn-lt"/>
                <a:ea typeface="+mn-ea"/>
                <a:cs typeface="+mn-cs"/>
              </a:rPr>
              <a:t> </a:t>
            </a:r>
            <a:r>
              <a:rPr lang="en-IE" sz="1200" b="0" i="1" kern="1200" dirty="0">
                <a:solidFill>
                  <a:schemeClr val="tx1"/>
                </a:solidFill>
                <a:effectLst/>
                <a:latin typeface="+mn-lt"/>
                <a:ea typeface="+mn-ea"/>
                <a:cs typeface="+mn-cs"/>
              </a:rPr>
              <a:t>(~45 seconds)</a:t>
            </a:r>
            <a:endParaRPr lang="en-IE" sz="1200" b="0" i="0" kern="1200" dirty="0">
              <a:solidFill>
                <a:schemeClr val="tx1"/>
              </a:solidFill>
              <a:effectLst/>
              <a:latin typeface="+mn-lt"/>
              <a:ea typeface="+mn-ea"/>
              <a:cs typeface="+mn-cs"/>
            </a:endParaRPr>
          </a:p>
          <a:p>
            <a:r>
              <a:rPr lang="en-IE" sz="1200" b="0" i="0" kern="1200" dirty="0">
                <a:solidFill>
                  <a:schemeClr val="tx1"/>
                </a:solidFill>
                <a:effectLst/>
                <a:latin typeface="+mn-lt"/>
                <a:ea typeface="+mn-ea"/>
                <a:cs typeface="+mn-cs"/>
              </a:rPr>
              <a:t>"The system has six components in a pipeline. The network monitor discovers all running containers and classifies them. The graph builder turns that into a </a:t>
            </a:r>
            <a:r>
              <a:rPr lang="en-IE" sz="1200" b="0" i="0" kern="1200" dirty="0" err="1">
                <a:solidFill>
                  <a:schemeClr val="tx1"/>
                </a:solidFill>
                <a:effectLst/>
                <a:latin typeface="+mn-lt"/>
                <a:ea typeface="+mn-ea"/>
                <a:cs typeface="+mn-cs"/>
              </a:rPr>
              <a:t>PyTorch</a:t>
            </a:r>
            <a:r>
              <a:rPr lang="en-IE" sz="1200" b="0" i="0" kern="1200" dirty="0">
                <a:solidFill>
                  <a:schemeClr val="tx1"/>
                </a:solidFill>
                <a:effectLst/>
                <a:latin typeface="+mn-lt"/>
                <a:ea typeface="+mn-ea"/>
                <a:cs typeface="+mn-cs"/>
              </a:rPr>
              <a:t> Geometric graph where each host is a 192-dimensional feature vector matching what the agent was trained on. The agent adapter loads the trained agent and then chooses an action integer. The action executor translates that integer into a real Docker operation. The red agent simulates the attacker using a finite state machine. And the intrusion detector scans containers for compromise markers between steps.</a:t>
            </a:r>
          </a:p>
          <a:p>
            <a:endParaRPr lang="en-US" dirty="0"/>
          </a:p>
          <a:p>
            <a:r>
              <a:rPr lang="en-IE" sz="1200" b="0" i="0" u="none" strike="noStrike" kern="1200" dirty="0">
                <a:solidFill>
                  <a:schemeClr val="tx1"/>
                </a:solidFill>
                <a:effectLst/>
                <a:latin typeface="+mn-lt"/>
                <a:ea typeface="+mn-ea"/>
                <a:cs typeface="+mn-cs"/>
              </a:rPr>
              <a:t>And the loop diagram on the right shows how these wire together at runtime for each step in an episode — goes from the red agent picking a host, to blue agent taking an action and all the way through to the browser polling the updated state for the dashboard</a:t>
            </a:r>
            <a:endParaRPr lang="en-US" dirty="0"/>
          </a:p>
        </p:txBody>
      </p:sp>
      <p:sp>
        <p:nvSpPr>
          <p:cNvPr id="4" name="Slide Number Placeholder 3"/>
          <p:cNvSpPr>
            <a:spLocks noGrp="1"/>
          </p:cNvSpPr>
          <p:nvPr>
            <p:ph type="sldNum" sz="quarter" idx="5"/>
          </p:nvPr>
        </p:nvSpPr>
        <p:spPr/>
        <p:txBody>
          <a:bodyPr/>
          <a:lstStyle/>
          <a:p>
            <a:fld id="{E7361B0C-A84F-004F-BE28-C39A513DDB58}" type="slidenum">
              <a:rPr lang="en-US" smtClean="0"/>
              <a:t>4</a:t>
            </a:fld>
            <a:endParaRPr lang="en-US"/>
          </a:p>
        </p:txBody>
      </p:sp>
    </p:spTree>
    <p:extLst>
      <p:ext uri="{BB962C8B-B14F-4D97-AF65-F5344CB8AC3E}">
        <p14:creationId xmlns:p14="http://schemas.microsoft.com/office/powerpoint/2010/main" val="1925993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1" i="0" kern="1200" dirty="0">
                <a:solidFill>
                  <a:schemeClr val="tx1"/>
                </a:solidFill>
                <a:effectLst/>
                <a:latin typeface="+mn-lt"/>
                <a:ea typeface="+mn-ea"/>
                <a:cs typeface="+mn-cs"/>
              </a:rPr>
              <a:t>Slide 4 — "Implementation &amp; Testing"</a:t>
            </a:r>
            <a:r>
              <a:rPr lang="en-IE" sz="1200" b="0" i="0" kern="1200" dirty="0">
                <a:solidFill>
                  <a:schemeClr val="tx1"/>
                </a:solidFill>
                <a:effectLst/>
                <a:latin typeface="+mn-lt"/>
                <a:ea typeface="+mn-ea"/>
                <a:cs typeface="+mn-cs"/>
              </a:rPr>
              <a:t> </a:t>
            </a:r>
            <a:r>
              <a:rPr lang="en-IE" sz="1200" b="0" i="1" kern="1200" dirty="0">
                <a:solidFill>
                  <a:schemeClr val="tx1"/>
                </a:solidFill>
                <a:effectLst/>
                <a:latin typeface="+mn-lt"/>
                <a:ea typeface="+mn-ea"/>
                <a:cs typeface="+mn-cs"/>
              </a:rPr>
              <a:t>(~75 seconds)</a:t>
            </a:r>
            <a:endParaRPr lang="en-IE" sz="1200" b="0" i="0" kern="1200" dirty="0">
              <a:solidFill>
                <a:schemeClr val="tx1"/>
              </a:solidFill>
              <a:effectLst/>
              <a:latin typeface="+mn-lt"/>
              <a:ea typeface="+mn-ea"/>
              <a:cs typeface="+mn-cs"/>
            </a:endParaRPr>
          </a:p>
          <a:p>
            <a:r>
              <a:rPr lang="en-IE" sz="1200" kern="1200" dirty="0">
                <a:solidFill>
                  <a:schemeClr val="tx1"/>
                </a:solidFill>
                <a:effectLst/>
                <a:latin typeface="+mn-lt"/>
                <a:ea typeface="+mn-ea"/>
                <a:cs typeface="+mn-cs"/>
              </a:rPr>
              <a:t>"On build quality — each component has a single responsibility. Every file has a header comment with run instructions from deploying the topology to tearing it down. Like at Christmas I continued using a </a:t>
            </a:r>
            <a:r>
              <a:rPr lang="en-IE" sz="1200" kern="1200" dirty="0" err="1">
                <a:solidFill>
                  <a:schemeClr val="tx1"/>
                </a:solidFill>
                <a:effectLst/>
                <a:latin typeface="+mn-lt"/>
                <a:ea typeface="+mn-ea"/>
                <a:cs typeface="+mn-cs"/>
              </a:rPr>
              <a:t>GitFLow</a:t>
            </a:r>
            <a:r>
              <a:rPr lang="en-IE" sz="1200" kern="1200" dirty="0">
                <a:solidFill>
                  <a:schemeClr val="tx1"/>
                </a:solidFill>
                <a:effectLst/>
                <a:latin typeface="+mn-lt"/>
                <a:ea typeface="+mn-ea"/>
                <a:cs typeface="+mn-cs"/>
              </a:rPr>
              <a:t> methodology so there’s no direct pushes to main. </a:t>
            </a:r>
          </a:p>
          <a:p>
            <a:endParaRPr lang="en-IE"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200" kern="1200" dirty="0">
                <a:solidFill>
                  <a:schemeClr val="tx1"/>
                </a:solidFill>
                <a:effectLst/>
                <a:latin typeface="+mn-lt"/>
                <a:ea typeface="+mn-ea"/>
                <a:cs typeface="+mn-cs"/>
              </a:rPr>
              <a:t>I have a test file per component so for the </a:t>
            </a:r>
            <a:r>
              <a:rPr lang="en-IE" sz="1200" kern="1200" dirty="0" err="1">
                <a:solidFill>
                  <a:schemeClr val="tx1"/>
                </a:solidFill>
                <a:effectLst/>
                <a:latin typeface="+mn-lt"/>
                <a:ea typeface="+mn-ea"/>
                <a:cs typeface="+mn-cs"/>
              </a:rPr>
              <a:t>network_monitor</a:t>
            </a:r>
            <a:r>
              <a:rPr lang="en-IE" sz="1200" kern="1200" dirty="0">
                <a:solidFill>
                  <a:schemeClr val="tx1"/>
                </a:solidFill>
                <a:effectLst/>
                <a:latin typeface="+mn-lt"/>
                <a:ea typeface="+mn-ea"/>
                <a:cs typeface="+mn-cs"/>
              </a:rPr>
              <a:t>, graph builder, agent adapter etc etc. The test _pipeline file covers the full chain from monitor through to executor in one call. Overall </a:t>
            </a:r>
            <a:r>
              <a:rPr lang="en-IE" sz="1200" kern="1200" dirty="0" err="1">
                <a:solidFill>
                  <a:schemeClr val="tx1"/>
                </a:solidFill>
                <a:effectLst/>
                <a:latin typeface="+mn-lt"/>
                <a:ea typeface="+mn-ea"/>
                <a:cs typeface="+mn-cs"/>
              </a:rPr>
              <a:t>theres</a:t>
            </a:r>
            <a:r>
              <a:rPr lang="en-IE" sz="1200" kern="1200" dirty="0">
                <a:solidFill>
                  <a:schemeClr val="tx1"/>
                </a:solidFill>
                <a:effectLst/>
                <a:latin typeface="+mn-lt"/>
                <a:ea typeface="+mn-ea"/>
                <a:cs typeface="+mn-cs"/>
              </a:rPr>
              <a:t> 20 passed, 1 skipped, 73% total coverage across the full codebase. And </a:t>
            </a:r>
            <a:r>
              <a:rPr lang="en-IE" sz="1200" kern="1200" dirty="0" err="1">
                <a:solidFill>
                  <a:schemeClr val="tx1"/>
                </a:solidFill>
                <a:effectLst/>
                <a:latin typeface="+mn-lt"/>
                <a:ea typeface="+mn-ea"/>
                <a:cs typeface="+mn-cs"/>
              </a:rPr>
              <a:t>evaluate.py</a:t>
            </a:r>
            <a:r>
              <a:rPr lang="en-IE" sz="1200" kern="1200" dirty="0">
                <a:solidFill>
                  <a:schemeClr val="tx1"/>
                </a:solidFill>
                <a:effectLst/>
                <a:latin typeface="+mn-lt"/>
                <a:ea typeface="+mn-ea"/>
                <a:cs typeface="+mn-cs"/>
              </a:rPr>
              <a:t> is a system test — it runs a full 100-step live episode, logs every blue and red action to CSV, and with that, you can generate analysis plots. </a:t>
            </a:r>
          </a:p>
          <a:p>
            <a:endParaRPr lang="en-IE" sz="1200" kern="1200" dirty="0">
              <a:solidFill>
                <a:schemeClr val="tx1"/>
              </a:solidFill>
              <a:effectLst/>
              <a:latin typeface="+mn-lt"/>
              <a:ea typeface="+mn-ea"/>
              <a:cs typeface="+mn-cs"/>
            </a:endParaRPr>
          </a:p>
          <a:p>
            <a:r>
              <a:rPr lang="en-IE" sz="1200" kern="1200" dirty="0">
                <a:solidFill>
                  <a:schemeClr val="tx1"/>
                </a:solidFill>
                <a:effectLst/>
                <a:latin typeface="+mn-lt"/>
                <a:ea typeface="+mn-ea"/>
                <a:cs typeface="+mn-cs"/>
              </a:rPr>
              <a:t>CI runs on every push via GitHub Actions. It spins up a 24-container Docker Compose topology that mirrors the live network exactly with the same container names, same network structure. This is so the tests run against real Docker containers, not mocks and so Every merge is validated against a topology that matches what runs in production.</a:t>
            </a:r>
          </a:p>
          <a:p>
            <a:endParaRPr lang="en-US" dirty="0"/>
          </a:p>
        </p:txBody>
      </p:sp>
      <p:sp>
        <p:nvSpPr>
          <p:cNvPr id="4" name="Slide Number Placeholder 3"/>
          <p:cNvSpPr>
            <a:spLocks noGrp="1"/>
          </p:cNvSpPr>
          <p:nvPr>
            <p:ph type="sldNum" sz="quarter" idx="5"/>
          </p:nvPr>
        </p:nvSpPr>
        <p:spPr/>
        <p:txBody>
          <a:bodyPr/>
          <a:lstStyle/>
          <a:p>
            <a:fld id="{E7361B0C-A84F-004F-BE28-C39A513DDB58}" type="slidenum">
              <a:rPr lang="en-US" smtClean="0"/>
              <a:t>5</a:t>
            </a:fld>
            <a:endParaRPr lang="en-US"/>
          </a:p>
        </p:txBody>
      </p:sp>
    </p:spTree>
    <p:extLst>
      <p:ext uri="{BB962C8B-B14F-4D97-AF65-F5344CB8AC3E}">
        <p14:creationId xmlns:p14="http://schemas.microsoft.com/office/powerpoint/2010/main" val="2037846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1" i="0" kern="1200" dirty="0">
                <a:solidFill>
                  <a:schemeClr val="tx1"/>
                </a:solidFill>
                <a:effectLst/>
                <a:latin typeface="+mn-lt"/>
                <a:ea typeface="+mn-ea"/>
                <a:cs typeface="+mn-cs"/>
              </a:rPr>
              <a:t>Slide 5 — "Challenges"</a:t>
            </a:r>
            <a:r>
              <a:rPr lang="en-IE" sz="1200" b="0" i="0" kern="1200" dirty="0">
                <a:solidFill>
                  <a:schemeClr val="tx1"/>
                </a:solidFill>
                <a:effectLst/>
                <a:latin typeface="+mn-lt"/>
                <a:ea typeface="+mn-ea"/>
                <a:cs typeface="+mn-cs"/>
              </a:rPr>
              <a:t> </a:t>
            </a:r>
            <a:r>
              <a:rPr lang="en-IE" sz="1200" b="0" i="1" kern="1200" dirty="0">
                <a:solidFill>
                  <a:schemeClr val="tx1"/>
                </a:solidFill>
                <a:effectLst/>
                <a:latin typeface="+mn-lt"/>
                <a:ea typeface="+mn-ea"/>
                <a:cs typeface="+mn-cs"/>
              </a:rPr>
              <a:t>(~60 seconds)</a:t>
            </a:r>
            <a:endParaRPr lang="en-IE" sz="1200" b="0" i="0" kern="1200" dirty="0">
              <a:solidFill>
                <a:schemeClr val="tx1"/>
              </a:solidFill>
              <a:effectLst/>
              <a:latin typeface="+mn-lt"/>
              <a:ea typeface="+mn-ea"/>
              <a:cs typeface="+mn-cs"/>
            </a:endParaRPr>
          </a:p>
          <a:p>
            <a:r>
              <a:rPr lang="en-IE" sz="1200" b="0" i="0" kern="1200" dirty="0">
                <a:solidFill>
                  <a:schemeClr val="tx1"/>
                </a:solidFill>
                <a:effectLst/>
                <a:latin typeface="+mn-lt"/>
                <a:ea typeface="+mn-ea"/>
                <a:cs typeface="+mn-cs"/>
              </a:rPr>
              <a:t>"Three specific problems. </a:t>
            </a:r>
          </a:p>
          <a:p>
            <a:r>
              <a:rPr lang="en-IE" sz="1200" b="0" i="0" kern="1200" dirty="0">
                <a:solidFill>
                  <a:schemeClr val="tx1"/>
                </a:solidFill>
                <a:effectLst/>
                <a:latin typeface="+mn-lt"/>
                <a:ea typeface="+mn-ea"/>
                <a:cs typeface="+mn-cs"/>
              </a:rPr>
              <a:t>1. the sim-to-real action gap. The agent was trained with 81 valid actions. In the live network, actions 64 to 79 are actions that are ineffective on the containers. That's 20% of the action budget wasted. I fixed this with inference-time masking. This means I alter the probability distribution, zero those indices, renormalize, and sample them to a better action. I tried an argmax function first but it always returned Monitor because the observation is sparser than in training. Sampling however preserves the stochastic behaviour the agent was trained with. I backed this up with the research papers listed.</a:t>
            </a:r>
          </a:p>
          <a:p>
            <a:r>
              <a:rPr lang="en-IE" sz="1200" b="0" i="0" kern="1200" dirty="0">
                <a:solidFill>
                  <a:schemeClr val="tx1"/>
                </a:solidFill>
                <a:effectLst/>
                <a:latin typeface="+mn-lt"/>
                <a:ea typeface="+mn-ea"/>
                <a:cs typeface="+mn-cs"/>
              </a:rPr>
              <a:t>2. root compromise persistence. Restore was only clearing the user-level marker, leaving the root marker intact. The intrusion detector kept seeing a host as compromised, so the agent kept picking Restore on that same host. To Fix this I cleared both markers, matching </a:t>
            </a:r>
            <a:r>
              <a:rPr lang="en-IE" sz="1200" b="0" i="0" kern="1200" dirty="0" err="1">
                <a:solidFill>
                  <a:schemeClr val="tx1"/>
                </a:solidFill>
                <a:effectLst/>
                <a:latin typeface="+mn-lt"/>
                <a:ea typeface="+mn-ea"/>
                <a:cs typeface="+mn-cs"/>
              </a:rPr>
              <a:t>CybORG's</a:t>
            </a:r>
            <a:r>
              <a:rPr lang="en-IE" sz="1200" b="0" i="0" kern="1200" dirty="0">
                <a:solidFill>
                  <a:schemeClr val="tx1"/>
                </a:solidFill>
                <a:effectLst/>
                <a:latin typeface="+mn-lt"/>
                <a:ea typeface="+mn-ea"/>
                <a:cs typeface="+mn-cs"/>
              </a:rPr>
              <a:t> full re-image semantics which I was initially wrong about.</a:t>
            </a:r>
          </a:p>
          <a:p>
            <a:pPr marL="0" marR="0" lvl="0" indent="0" algn="l" defTabSz="914400" rtl="0" eaLnBrk="1" fontAlgn="auto" latinLnBrk="0" hangingPunct="1">
              <a:lnSpc>
                <a:spcPct val="100000"/>
              </a:lnSpc>
              <a:spcBef>
                <a:spcPts val="0"/>
              </a:spcBef>
              <a:spcAft>
                <a:spcPts val="0"/>
              </a:spcAft>
              <a:buClrTx/>
              <a:buSzTx/>
              <a:buFontTx/>
              <a:buNone/>
              <a:tabLst/>
              <a:defRPr/>
            </a:pPr>
            <a:r>
              <a:rPr lang="en-IE" sz="1200" b="0" i="0" kern="1200" dirty="0">
                <a:solidFill>
                  <a:schemeClr val="tx1"/>
                </a:solidFill>
                <a:effectLst/>
                <a:latin typeface="+mn-lt"/>
                <a:ea typeface="+mn-ea"/>
                <a:cs typeface="+mn-cs"/>
              </a:rPr>
              <a:t>3. </a:t>
            </a:r>
            <a:r>
              <a:rPr lang="en-IE" sz="1200" kern="1200" dirty="0">
                <a:solidFill>
                  <a:schemeClr val="tx1"/>
                </a:solidFill>
                <a:effectLst/>
                <a:latin typeface="+mn-lt"/>
                <a:ea typeface="+mn-ea"/>
                <a:cs typeface="+mn-cs"/>
              </a:rPr>
              <a:t>training from scratch. Early on I tried training a new PPO agent. It ran for 88 minutes with the best reward at -3,525 with a downward trend. On CPU only with no GPU, training a capable agent within the remaining time wasn't practical. The project pivoted to inference using the pre-trained </a:t>
            </a:r>
            <a:r>
              <a:rPr lang="en-IE" sz="1200" kern="1200" dirty="0" err="1">
                <a:solidFill>
                  <a:schemeClr val="tx1"/>
                </a:solidFill>
                <a:effectLst/>
                <a:latin typeface="+mn-lt"/>
                <a:ea typeface="+mn-ea"/>
                <a:cs typeface="+mn-cs"/>
              </a:rPr>
              <a:t>Cybermonic</a:t>
            </a:r>
            <a:r>
              <a:rPr lang="en-IE" sz="1200" kern="1200" dirty="0">
                <a:solidFill>
                  <a:schemeClr val="tx1"/>
                </a:solidFill>
                <a:effectLst/>
                <a:latin typeface="+mn-lt"/>
                <a:ea typeface="+mn-ea"/>
                <a:cs typeface="+mn-cs"/>
              </a:rPr>
              <a:t> GNN-PPO agent and building the bridge around them. That decision shaped everything that followed.</a:t>
            </a:r>
          </a:p>
          <a:p>
            <a:endParaRPr lang="en-IE"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7361B0C-A84F-004F-BE28-C39A513DDB58}" type="slidenum">
              <a:rPr lang="en-US" smtClean="0"/>
              <a:t>6</a:t>
            </a:fld>
            <a:endParaRPr lang="en-US"/>
          </a:p>
        </p:txBody>
      </p:sp>
    </p:spTree>
    <p:extLst>
      <p:ext uri="{BB962C8B-B14F-4D97-AF65-F5344CB8AC3E}">
        <p14:creationId xmlns:p14="http://schemas.microsoft.com/office/powerpoint/2010/main" val="922878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1" kern="1200" dirty="0">
                <a:solidFill>
                  <a:schemeClr val="tx1"/>
                </a:solidFill>
                <a:effectLst/>
                <a:latin typeface="+mn-lt"/>
                <a:ea typeface="+mn-ea"/>
                <a:cs typeface="+mn-cs"/>
              </a:rPr>
              <a:t>Slide 6 — "Results"</a:t>
            </a:r>
            <a:r>
              <a:rPr lang="en-IE" sz="1200" kern="1200" dirty="0">
                <a:solidFill>
                  <a:schemeClr val="tx1"/>
                </a:solidFill>
                <a:effectLst/>
                <a:latin typeface="+mn-lt"/>
                <a:ea typeface="+mn-ea"/>
                <a:cs typeface="+mn-cs"/>
              </a:rPr>
              <a:t> </a:t>
            </a:r>
            <a:r>
              <a:rPr lang="en-IE" sz="1200" i="1" kern="1200" dirty="0">
                <a:solidFill>
                  <a:schemeClr val="tx1"/>
                </a:solidFill>
                <a:effectLst/>
                <a:latin typeface="+mn-lt"/>
                <a:ea typeface="+mn-ea"/>
                <a:cs typeface="+mn-cs"/>
              </a:rPr>
              <a:t>(~45 seconds)</a:t>
            </a:r>
            <a:endParaRPr lang="en-IE" sz="1200" kern="1200" dirty="0">
              <a:solidFill>
                <a:schemeClr val="tx1"/>
              </a:solidFill>
              <a:effectLst/>
              <a:latin typeface="+mn-lt"/>
              <a:ea typeface="+mn-ea"/>
              <a:cs typeface="+mn-cs"/>
            </a:endParaRPr>
          </a:p>
          <a:p>
            <a:r>
              <a:rPr lang="en-IE" sz="1200" kern="1200" dirty="0">
                <a:solidFill>
                  <a:schemeClr val="tx1"/>
                </a:solidFill>
                <a:effectLst/>
                <a:latin typeface="+mn-lt"/>
                <a:ea typeface="+mn-ea"/>
                <a:cs typeface="+mn-cs"/>
              </a:rPr>
              <a:t>"</a:t>
            </a:r>
            <a:r>
              <a:rPr lang="en-IE" sz="1200" kern="1200" dirty="0" err="1">
                <a:solidFill>
                  <a:schemeClr val="tx1"/>
                </a:solidFill>
                <a:effectLst/>
                <a:latin typeface="+mn-lt"/>
                <a:ea typeface="+mn-ea"/>
                <a:cs typeface="+mn-cs"/>
              </a:rPr>
              <a:t>CybORG</a:t>
            </a:r>
            <a:r>
              <a:rPr lang="en-IE" sz="1200" kern="1200" dirty="0">
                <a:solidFill>
                  <a:schemeClr val="tx1"/>
                </a:solidFill>
                <a:effectLst/>
                <a:latin typeface="+mn-lt"/>
                <a:ea typeface="+mn-ea"/>
                <a:cs typeface="+mn-cs"/>
              </a:rPr>
              <a:t> evaluation shows the agent stabilises at around minus 180 reward against the finite state red agent. Against Random attacking agents it fails almost all of the time. This shows the GNN learns structure, but random behaviour has none.</a:t>
            </a:r>
          </a:p>
          <a:p>
            <a:r>
              <a:rPr lang="en-IE" sz="1200" kern="1200" dirty="0">
                <a:solidFill>
                  <a:schemeClr val="tx1"/>
                </a:solidFill>
                <a:effectLst/>
                <a:latin typeface="+mn-lt"/>
                <a:ea typeface="+mn-ea"/>
                <a:cs typeface="+mn-cs"/>
              </a:rPr>
              <a:t>Comparing the three environments tells the full story. In </a:t>
            </a:r>
            <a:r>
              <a:rPr lang="en-IE" sz="1200" kern="1200" dirty="0" err="1">
                <a:solidFill>
                  <a:schemeClr val="tx1"/>
                </a:solidFill>
                <a:effectLst/>
                <a:latin typeface="+mn-lt"/>
                <a:ea typeface="+mn-ea"/>
                <a:cs typeface="+mn-cs"/>
              </a:rPr>
              <a:t>CybORG</a:t>
            </a:r>
            <a:r>
              <a:rPr lang="en-IE" sz="1200" kern="1200" dirty="0">
                <a:solidFill>
                  <a:schemeClr val="tx1"/>
                </a:solidFill>
                <a:effectLst/>
                <a:latin typeface="+mn-lt"/>
                <a:ea typeface="+mn-ea"/>
                <a:cs typeface="+mn-cs"/>
              </a:rPr>
              <a:t> the agent is passive 85% of the time — Monitor at 34%, but allow &amp; block actions are 51%. Those are valid in simulation, but In the unmasked bridge, edge actions are ineffective on the live network. Monitor actually drops to just 9%. The agent is actively trying to use these edge actions it was trained on, and wasting steps.</a:t>
            </a:r>
          </a:p>
          <a:p>
            <a:r>
              <a:rPr lang="en-IE" sz="1200" kern="1200" dirty="0">
                <a:solidFill>
                  <a:schemeClr val="tx1"/>
                </a:solidFill>
                <a:effectLst/>
                <a:latin typeface="+mn-lt"/>
                <a:ea typeface="+mn-ea"/>
                <a:cs typeface="+mn-cs"/>
              </a:rPr>
              <a:t>With action masking applied, Monitor is 41%, Analyse 39%, Remove 10%, </a:t>
            </a:r>
            <a:r>
              <a:rPr lang="en-IE" sz="1200" kern="1200" dirty="0" err="1">
                <a:solidFill>
                  <a:schemeClr val="tx1"/>
                </a:solidFill>
                <a:effectLst/>
                <a:latin typeface="+mn-lt"/>
                <a:ea typeface="+mn-ea"/>
                <a:cs typeface="+mn-cs"/>
              </a:rPr>
              <a:t>DeployDecoy</a:t>
            </a:r>
            <a:r>
              <a:rPr lang="en-IE" sz="1200" kern="1200" dirty="0">
                <a:solidFill>
                  <a:schemeClr val="tx1"/>
                </a:solidFill>
                <a:effectLst/>
                <a:latin typeface="+mn-lt"/>
                <a:ea typeface="+mn-ea"/>
                <a:cs typeface="+mn-cs"/>
              </a:rPr>
              <a:t> 9%. Shows the agent was capable of active  defence all along. The edge </a:t>
            </a:r>
            <a:r>
              <a:rPr lang="en-IE" sz="1200" kern="1200" dirty="0" err="1">
                <a:solidFill>
                  <a:schemeClr val="tx1"/>
                </a:solidFill>
                <a:effectLst/>
                <a:latin typeface="+mn-lt"/>
                <a:ea typeface="+mn-ea"/>
                <a:cs typeface="+mn-cs"/>
              </a:rPr>
              <a:t>acitons</a:t>
            </a:r>
            <a:r>
              <a:rPr lang="en-IE" sz="1200" kern="1200" dirty="0">
                <a:solidFill>
                  <a:schemeClr val="tx1"/>
                </a:solidFill>
                <a:effectLst/>
                <a:latin typeface="+mn-lt"/>
                <a:ea typeface="+mn-ea"/>
                <a:cs typeface="+mn-cs"/>
              </a:rPr>
              <a:t> were absorbing most of its probability mass. The remaining spread across Monitor and Analyse reflects observation sparsity. The simulation metadata like OS versions and file system paths don't exist on real containers, so the agent has less signal to commit to stronger actions like Restore.</a:t>
            </a:r>
          </a:p>
          <a:p>
            <a:r>
              <a:rPr lang="en-IE" sz="1200" kern="1200" dirty="0">
                <a:solidFill>
                  <a:schemeClr val="tx1"/>
                </a:solidFill>
                <a:effectLst/>
                <a:latin typeface="+mn-lt"/>
                <a:ea typeface="+mn-ea"/>
                <a:cs typeface="+mn-cs"/>
              </a:rPr>
              <a:t>You can see that here in the red/blue timeline — with masking, blue is genuinely contesting the network. And Restore is the only action that actually reduces compromise count. That's the sim-to-real gap finding."</a:t>
            </a:r>
          </a:p>
        </p:txBody>
      </p:sp>
      <p:sp>
        <p:nvSpPr>
          <p:cNvPr id="4" name="Slide Number Placeholder 3"/>
          <p:cNvSpPr>
            <a:spLocks noGrp="1"/>
          </p:cNvSpPr>
          <p:nvPr>
            <p:ph type="sldNum" sz="quarter" idx="5"/>
          </p:nvPr>
        </p:nvSpPr>
        <p:spPr/>
        <p:txBody>
          <a:bodyPr/>
          <a:lstStyle/>
          <a:p>
            <a:fld id="{E7361B0C-A84F-004F-BE28-C39A513DDB58}" type="slidenum">
              <a:rPr lang="en-US" smtClean="0"/>
              <a:t>7</a:t>
            </a:fld>
            <a:endParaRPr lang="en-US"/>
          </a:p>
        </p:txBody>
      </p:sp>
    </p:spTree>
    <p:extLst>
      <p:ext uri="{BB962C8B-B14F-4D97-AF65-F5344CB8AC3E}">
        <p14:creationId xmlns:p14="http://schemas.microsoft.com/office/powerpoint/2010/main" val="2875570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1" i="0" kern="1200" dirty="0">
                <a:solidFill>
                  <a:schemeClr val="tx1"/>
                </a:solidFill>
                <a:effectLst/>
                <a:latin typeface="+mn-lt"/>
                <a:ea typeface="+mn-ea"/>
                <a:cs typeface="+mn-cs"/>
              </a:rPr>
              <a:t>Slide 7 — "Conclusion"</a:t>
            </a:r>
            <a:r>
              <a:rPr lang="en-IE" sz="1200" b="0" i="0" kern="1200" dirty="0">
                <a:solidFill>
                  <a:schemeClr val="tx1"/>
                </a:solidFill>
                <a:effectLst/>
                <a:latin typeface="+mn-lt"/>
                <a:ea typeface="+mn-ea"/>
                <a:cs typeface="+mn-cs"/>
              </a:rPr>
              <a:t> </a:t>
            </a:r>
            <a:r>
              <a:rPr lang="en-IE" sz="1200" b="0" i="1" kern="1200" dirty="0">
                <a:solidFill>
                  <a:schemeClr val="tx1"/>
                </a:solidFill>
                <a:effectLst/>
                <a:latin typeface="+mn-lt"/>
                <a:ea typeface="+mn-ea"/>
                <a:cs typeface="+mn-cs"/>
              </a:rPr>
              <a:t>(~30 seconds, then pivot to demo)</a:t>
            </a:r>
            <a:endParaRPr lang="en-IE" sz="1200" b="0" i="0" kern="1200" dirty="0">
              <a:solidFill>
                <a:schemeClr val="tx1"/>
              </a:solidFill>
              <a:effectLst/>
              <a:latin typeface="+mn-lt"/>
              <a:ea typeface="+mn-ea"/>
              <a:cs typeface="+mn-cs"/>
            </a:endParaRPr>
          </a:p>
          <a:p>
            <a:r>
              <a:rPr lang="en-IE" sz="1200" b="0" i="0" kern="1200" dirty="0">
                <a:solidFill>
                  <a:schemeClr val="tx1"/>
                </a:solidFill>
                <a:effectLst/>
                <a:latin typeface="+mn-lt"/>
                <a:ea typeface="+mn-ea"/>
                <a:cs typeface="+mn-cs"/>
              </a:rPr>
              <a:t>"At Christmas I was running CartPole in a gym environment. Today there's a trained RL agent making real-time defensive decisions on a containerised network.</a:t>
            </a:r>
          </a:p>
          <a:p>
            <a:r>
              <a:rPr lang="en-IE" sz="1200" b="0" i="0" kern="1200" dirty="0">
                <a:solidFill>
                  <a:schemeClr val="tx1"/>
                </a:solidFill>
                <a:effectLst/>
                <a:latin typeface="+mn-lt"/>
                <a:ea typeface="+mn-ea"/>
                <a:cs typeface="+mn-cs"/>
              </a:rPr>
              <a:t>Three findings. </a:t>
            </a:r>
          </a:p>
          <a:p>
            <a:r>
              <a:rPr lang="en-IE" sz="1200" b="0" i="0" kern="1200" dirty="0">
                <a:solidFill>
                  <a:schemeClr val="tx1"/>
                </a:solidFill>
                <a:effectLst/>
                <a:latin typeface="+mn-lt"/>
                <a:ea typeface="+mn-ea"/>
                <a:cs typeface="+mn-cs"/>
              </a:rPr>
              <a:t>The policy transferred — the action distribution in the real network mirrors what we saw in simulation. </a:t>
            </a:r>
          </a:p>
          <a:p>
            <a:r>
              <a:rPr lang="en-IE" sz="1200" b="0" i="0" kern="1200" dirty="0">
                <a:solidFill>
                  <a:schemeClr val="tx1"/>
                </a:solidFill>
                <a:effectLst/>
                <a:latin typeface="+mn-lt"/>
                <a:ea typeface="+mn-ea"/>
                <a:cs typeface="+mn-cs"/>
              </a:rPr>
              <a:t>Masking unlocked active defence — edge no-ops were absorbing 69% of the agent's probability mass, and once removed, the agent was capable of genuine host-level defence all along. </a:t>
            </a:r>
          </a:p>
          <a:p>
            <a:r>
              <a:rPr lang="en-IE" sz="1200" b="0" i="0" kern="1200" dirty="0">
                <a:solidFill>
                  <a:schemeClr val="tx1"/>
                </a:solidFill>
                <a:effectLst/>
                <a:latin typeface="+mn-lt"/>
                <a:ea typeface="+mn-ea"/>
                <a:cs typeface="+mn-cs"/>
              </a:rPr>
              <a:t>And the sim-to-real deployment is done — what was listed as future work at Christmas is now running live.</a:t>
            </a:r>
          </a:p>
          <a:p>
            <a:r>
              <a:rPr lang="en-IE" sz="1200" b="0" i="0" kern="1200" dirty="0">
                <a:solidFill>
                  <a:schemeClr val="tx1"/>
                </a:solidFill>
                <a:effectLst/>
                <a:latin typeface="+mn-lt"/>
                <a:ea typeface="+mn-ea"/>
                <a:cs typeface="+mn-cs"/>
              </a:rPr>
              <a:t>Let me show you."</a:t>
            </a:r>
          </a:p>
        </p:txBody>
      </p:sp>
      <p:sp>
        <p:nvSpPr>
          <p:cNvPr id="4" name="Slide Number Placeholder 3"/>
          <p:cNvSpPr>
            <a:spLocks noGrp="1"/>
          </p:cNvSpPr>
          <p:nvPr>
            <p:ph type="sldNum" sz="quarter" idx="5"/>
          </p:nvPr>
        </p:nvSpPr>
        <p:spPr/>
        <p:txBody>
          <a:bodyPr/>
          <a:lstStyle/>
          <a:p>
            <a:fld id="{E7361B0C-A84F-004F-BE28-C39A513DDB58}" type="slidenum">
              <a:rPr lang="en-US" smtClean="0"/>
              <a:t>8</a:t>
            </a:fld>
            <a:endParaRPr lang="en-US"/>
          </a:p>
        </p:txBody>
      </p:sp>
    </p:spTree>
    <p:extLst>
      <p:ext uri="{BB962C8B-B14F-4D97-AF65-F5344CB8AC3E}">
        <p14:creationId xmlns:p14="http://schemas.microsoft.com/office/powerpoint/2010/main" val="68238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7D392-5215-56F7-F551-92EA8ECC437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C7219D1-1C6B-3553-E576-0718A6B98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F0220F7-E7C4-A150-3D76-DBD15AD59548}"/>
              </a:ext>
            </a:extLst>
          </p:cNvPr>
          <p:cNvSpPr>
            <a:spLocks noGrp="1"/>
          </p:cNvSpPr>
          <p:nvPr>
            <p:ph type="dt" sz="half" idx="10"/>
          </p:nvPr>
        </p:nvSpPr>
        <p:spPr/>
        <p:txBody>
          <a:bodyPr/>
          <a:lstStyle/>
          <a:p>
            <a:fld id="{87415C21-2C73-7543-A763-8A8EFD027B6E}" type="datetimeFigureOut">
              <a:rPr lang="en-US" smtClean="0"/>
              <a:t>4/27/26</a:t>
            </a:fld>
            <a:endParaRPr lang="en-US"/>
          </a:p>
        </p:txBody>
      </p:sp>
      <p:sp>
        <p:nvSpPr>
          <p:cNvPr id="5" name="Footer Placeholder 4">
            <a:extLst>
              <a:ext uri="{FF2B5EF4-FFF2-40B4-BE49-F238E27FC236}">
                <a16:creationId xmlns:a16="http://schemas.microsoft.com/office/drawing/2014/main" id="{B1BB1BDF-A90F-7460-989E-C86946CFF1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66AC73-4FE9-1F63-7457-494411668913}"/>
              </a:ext>
            </a:extLst>
          </p:cNvPr>
          <p:cNvSpPr>
            <a:spLocks noGrp="1"/>
          </p:cNvSpPr>
          <p:nvPr>
            <p:ph type="sldNum" sz="quarter" idx="12"/>
          </p:nvPr>
        </p:nvSpPr>
        <p:spPr/>
        <p:txBody>
          <a:bodyPr/>
          <a:lstStyle/>
          <a:p>
            <a:fld id="{4694ED63-3858-0D4A-A8E8-6AED26BC0285}" type="slidenum">
              <a:rPr lang="en-US" smtClean="0"/>
              <a:t>‹#›</a:t>
            </a:fld>
            <a:endParaRPr lang="en-US"/>
          </a:p>
        </p:txBody>
      </p:sp>
    </p:spTree>
    <p:extLst>
      <p:ext uri="{BB962C8B-B14F-4D97-AF65-F5344CB8AC3E}">
        <p14:creationId xmlns:p14="http://schemas.microsoft.com/office/powerpoint/2010/main" val="948250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4DF53-48E3-85F7-1CE4-D121BBB330F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2D69072-84DC-2F2F-C736-78877BC6BD0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CF99BE6-04BC-BE0C-99D9-BBA26AB9E441}"/>
              </a:ext>
            </a:extLst>
          </p:cNvPr>
          <p:cNvSpPr>
            <a:spLocks noGrp="1"/>
          </p:cNvSpPr>
          <p:nvPr>
            <p:ph type="dt" sz="half" idx="10"/>
          </p:nvPr>
        </p:nvSpPr>
        <p:spPr/>
        <p:txBody>
          <a:bodyPr/>
          <a:lstStyle/>
          <a:p>
            <a:fld id="{87415C21-2C73-7543-A763-8A8EFD027B6E}" type="datetimeFigureOut">
              <a:rPr lang="en-US" smtClean="0"/>
              <a:t>4/27/26</a:t>
            </a:fld>
            <a:endParaRPr lang="en-US"/>
          </a:p>
        </p:txBody>
      </p:sp>
      <p:sp>
        <p:nvSpPr>
          <p:cNvPr id="5" name="Footer Placeholder 4">
            <a:extLst>
              <a:ext uri="{FF2B5EF4-FFF2-40B4-BE49-F238E27FC236}">
                <a16:creationId xmlns:a16="http://schemas.microsoft.com/office/drawing/2014/main" id="{14D60238-D960-6B63-CA38-DA94977A6E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CCEF93-CECC-8D59-139F-E719BF9B4BDE}"/>
              </a:ext>
            </a:extLst>
          </p:cNvPr>
          <p:cNvSpPr>
            <a:spLocks noGrp="1"/>
          </p:cNvSpPr>
          <p:nvPr>
            <p:ph type="sldNum" sz="quarter" idx="12"/>
          </p:nvPr>
        </p:nvSpPr>
        <p:spPr/>
        <p:txBody>
          <a:bodyPr/>
          <a:lstStyle/>
          <a:p>
            <a:fld id="{4694ED63-3858-0D4A-A8E8-6AED26BC0285}" type="slidenum">
              <a:rPr lang="en-US" smtClean="0"/>
              <a:t>‹#›</a:t>
            </a:fld>
            <a:endParaRPr lang="en-US"/>
          </a:p>
        </p:txBody>
      </p:sp>
    </p:spTree>
    <p:extLst>
      <p:ext uri="{BB962C8B-B14F-4D97-AF65-F5344CB8AC3E}">
        <p14:creationId xmlns:p14="http://schemas.microsoft.com/office/powerpoint/2010/main" val="3096284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519A3-11C3-AC21-6BCA-24FF4A3047F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A8CC011-EA74-35DB-9EAE-EAB0A427AC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E0ECCFA-3BA6-44A5-6833-09F9633FB767}"/>
              </a:ext>
            </a:extLst>
          </p:cNvPr>
          <p:cNvSpPr>
            <a:spLocks noGrp="1"/>
          </p:cNvSpPr>
          <p:nvPr>
            <p:ph type="dt" sz="half" idx="10"/>
          </p:nvPr>
        </p:nvSpPr>
        <p:spPr/>
        <p:txBody>
          <a:bodyPr/>
          <a:lstStyle/>
          <a:p>
            <a:fld id="{87415C21-2C73-7543-A763-8A8EFD027B6E}" type="datetimeFigureOut">
              <a:rPr lang="en-US" smtClean="0"/>
              <a:t>4/27/26</a:t>
            </a:fld>
            <a:endParaRPr lang="en-US"/>
          </a:p>
        </p:txBody>
      </p:sp>
      <p:sp>
        <p:nvSpPr>
          <p:cNvPr id="5" name="Footer Placeholder 4">
            <a:extLst>
              <a:ext uri="{FF2B5EF4-FFF2-40B4-BE49-F238E27FC236}">
                <a16:creationId xmlns:a16="http://schemas.microsoft.com/office/drawing/2014/main" id="{5F1F6B1F-9681-B4AF-1BCC-BDA4AD88E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2E8B8-40B8-6720-AB02-235A2790C28F}"/>
              </a:ext>
            </a:extLst>
          </p:cNvPr>
          <p:cNvSpPr>
            <a:spLocks noGrp="1"/>
          </p:cNvSpPr>
          <p:nvPr>
            <p:ph type="sldNum" sz="quarter" idx="12"/>
          </p:nvPr>
        </p:nvSpPr>
        <p:spPr/>
        <p:txBody>
          <a:bodyPr/>
          <a:lstStyle/>
          <a:p>
            <a:fld id="{4694ED63-3858-0D4A-A8E8-6AED26BC0285}" type="slidenum">
              <a:rPr lang="en-US" smtClean="0"/>
              <a:t>‹#›</a:t>
            </a:fld>
            <a:endParaRPr lang="en-US"/>
          </a:p>
        </p:txBody>
      </p:sp>
    </p:spTree>
    <p:extLst>
      <p:ext uri="{BB962C8B-B14F-4D97-AF65-F5344CB8AC3E}">
        <p14:creationId xmlns:p14="http://schemas.microsoft.com/office/powerpoint/2010/main" val="1837802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D20F9-AFDD-1CE1-69AB-EA1E91C0D03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C6358BF-EAC1-ECD7-C2B0-00BED3101EA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9697F94-4F81-A18F-7FB7-3B449BC034D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5DF1BFE-D902-1F78-1A3B-70741FBF61E4}"/>
              </a:ext>
            </a:extLst>
          </p:cNvPr>
          <p:cNvSpPr>
            <a:spLocks noGrp="1"/>
          </p:cNvSpPr>
          <p:nvPr>
            <p:ph type="dt" sz="half" idx="10"/>
          </p:nvPr>
        </p:nvSpPr>
        <p:spPr/>
        <p:txBody>
          <a:bodyPr/>
          <a:lstStyle/>
          <a:p>
            <a:fld id="{87415C21-2C73-7543-A763-8A8EFD027B6E}" type="datetimeFigureOut">
              <a:rPr lang="en-US" smtClean="0"/>
              <a:t>4/27/26</a:t>
            </a:fld>
            <a:endParaRPr lang="en-US"/>
          </a:p>
        </p:txBody>
      </p:sp>
      <p:sp>
        <p:nvSpPr>
          <p:cNvPr id="6" name="Footer Placeholder 5">
            <a:extLst>
              <a:ext uri="{FF2B5EF4-FFF2-40B4-BE49-F238E27FC236}">
                <a16:creationId xmlns:a16="http://schemas.microsoft.com/office/drawing/2014/main" id="{E4BE849F-2100-4110-6484-986C669379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3459A0-F087-9C7D-8928-864591AB6F9B}"/>
              </a:ext>
            </a:extLst>
          </p:cNvPr>
          <p:cNvSpPr>
            <a:spLocks noGrp="1"/>
          </p:cNvSpPr>
          <p:nvPr>
            <p:ph type="sldNum" sz="quarter" idx="12"/>
          </p:nvPr>
        </p:nvSpPr>
        <p:spPr/>
        <p:txBody>
          <a:bodyPr/>
          <a:lstStyle/>
          <a:p>
            <a:fld id="{4694ED63-3858-0D4A-A8E8-6AED26BC0285}" type="slidenum">
              <a:rPr lang="en-US" smtClean="0"/>
              <a:t>‹#›</a:t>
            </a:fld>
            <a:endParaRPr lang="en-US"/>
          </a:p>
        </p:txBody>
      </p:sp>
    </p:spTree>
    <p:extLst>
      <p:ext uri="{BB962C8B-B14F-4D97-AF65-F5344CB8AC3E}">
        <p14:creationId xmlns:p14="http://schemas.microsoft.com/office/powerpoint/2010/main" val="6385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D147-F255-2B3B-9E23-FF621C3ADF5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871ED56-0B3B-A77C-FFF8-BB46F520A3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51A6C72-3F96-7A70-4712-80799498A43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CCDAB46-EBD0-12B0-5EA8-7AAB64CB74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C2AF327-5CC9-D03D-D8B8-8265214B256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D1A1853-512E-4FAC-AE45-AAB0EB42A4FE}"/>
              </a:ext>
            </a:extLst>
          </p:cNvPr>
          <p:cNvSpPr>
            <a:spLocks noGrp="1"/>
          </p:cNvSpPr>
          <p:nvPr>
            <p:ph type="dt" sz="half" idx="10"/>
          </p:nvPr>
        </p:nvSpPr>
        <p:spPr/>
        <p:txBody>
          <a:bodyPr/>
          <a:lstStyle/>
          <a:p>
            <a:fld id="{87415C21-2C73-7543-A763-8A8EFD027B6E}" type="datetimeFigureOut">
              <a:rPr lang="en-US" smtClean="0"/>
              <a:t>4/27/26</a:t>
            </a:fld>
            <a:endParaRPr lang="en-US"/>
          </a:p>
        </p:txBody>
      </p:sp>
      <p:sp>
        <p:nvSpPr>
          <p:cNvPr id="8" name="Footer Placeholder 7">
            <a:extLst>
              <a:ext uri="{FF2B5EF4-FFF2-40B4-BE49-F238E27FC236}">
                <a16:creationId xmlns:a16="http://schemas.microsoft.com/office/drawing/2014/main" id="{EF73C8AE-AFAB-D001-22D6-A995585A91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EDEE9F-D519-DC3D-CDE7-6B46994D24FD}"/>
              </a:ext>
            </a:extLst>
          </p:cNvPr>
          <p:cNvSpPr>
            <a:spLocks noGrp="1"/>
          </p:cNvSpPr>
          <p:nvPr>
            <p:ph type="sldNum" sz="quarter" idx="12"/>
          </p:nvPr>
        </p:nvSpPr>
        <p:spPr/>
        <p:txBody>
          <a:bodyPr/>
          <a:lstStyle/>
          <a:p>
            <a:fld id="{4694ED63-3858-0D4A-A8E8-6AED26BC0285}" type="slidenum">
              <a:rPr lang="en-US" smtClean="0"/>
              <a:t>‹#›</a:t>
            </a:fld>
            <a:endParaRPr lang="en-US"/>
          </a:p>
        </p:txBody>
      </p:sp>
    </p:spTree>
    <p:extLst>
      <p:ext uri="{BB962C8B-B14F-4D97-AF65-F5344CB8AC3E}">
        <p14:creationId xmlns:p14="http://schemas.microsoft.com/office/powerpoint/2010/main" val="2009190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497F2-759D-652E-AA03-022F9BA5771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5E59BC8-FDEB-3EE5-B6BC-108A91D67550}"/>
              </a:ext>
            </a:extLst>
          </p:cNvPr>
          <p:cNvSpPr>
            <a:spLocks noGrp="1"/>
          </p:cNvSpPr>
          <p:nvPr>
            <p:ph type="dt" sz="half" idx="10"/>
          </p:nvPr>
        </p:nvSpPr>
        <p:spPr/>
        <p:txBody>
          <a:bodyPr/>
          <a:lstStyle/>
          <a:p>
            <a:fld id="{87415C21-2C73-7543-A763-8A8EFD027B6E}" type="datetimeFigureOut">
              <a:rPr lang="en-US" smtClean="0"/>
              <a:t>4/27/26</a:t>
            </a:fld>
            <a:endParaRPr lang="en-US"/>
          </a:p>
        </p:txBody>
      </p:sp>
      <p:sp>
        <p:nvSpPr>
          <p:cNvPr id="4" name="Footer Placeholder 3">
            <a:extLst>
              <a:ext uri="{FF2B5EF4-FFF2-40B4-BE49-F238E27FC236}">
                <a16:creationId xmlns:a16="http://schemas.microsoft.com/office/drawing/2014/main" id="{90456BC4-D549-AEF9-02CB-4CE7871083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02BFC0-E772-E398-8AF6-0A439FA861E7}"/>
              </a:ext>
            </a:extLst>
          </p:cNvPr>
          <p:cNvSpPr>
            <a:spLocks noGrp="1"/>
          </p:cNvSpPr>
          <p:nvPr>
            <p:ph type="sldNum" sz="quarter" idx="12"/>
          </p:nvPr>
        </p:nvSpPr>
        <p:spPr/>
        <p:txBody>
          <a:bodyPr/>
          <a:lstStyle/>
          <a:p>
            <a:fld id="{4694ED63-3858-0D4A-A8E8-6AED26BC0285}" type="slidenum">
              <a:rPr lang="en-US" smtClean="0"/>
              <a:t>‹#›</a:t>
            </a:fld>
            <a:endParaRPr lang="en-US"/>
          </a:p>
        </p:txBody>
      </p:sp>
    </p:spTree>
    <p:extLst>
      <p:ext uri="{BB962C8B-B14F-4D97-AF65-F5344CB8AC3E}">
        <p14:creationId xmlns:p14="http://schemas.microsoft.com/office/powerpoint/2010/main" val="1573928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4DB8EF-1AB9-5F48-C983-ABED12C46C10}"/>
              </a:ext>
            </a:extLst>
          </p:cNvPr>
          <p:cNvSpPr>
            <a:spLocks noGrp="1"/>
          </p:cNvSpPr>
          <p:nvPr>
            <p:ph type="dt" sz="half" idx="10"/>
          </p:nvPr>
        </p:nvSpPr>
        <p:spPr/>
        <p:txBody>
          <a:bodyPr/>
          <a:lstStyle/>
          <a:p>
            <a:fld id="{87415C21-2C73-7543-A763-8A8EFD027B6E}" type="datetimeFigureOut">
              <a:rPr lang="en-US" smtClean="0"/>
              <a:t>4/27/26</a:t>
            </a:fld>
            <a:endParaRPr lang="en-US"/>
          </a:p>
        </p:txBody>
      </p:sp>
      <p:sp>
        <p:nvSpPr>
          <p:cNvPr id="3" name="Footer Placeholder 2">
            <a:extLst>
              <a:ext uri="{FF2B5EF4-FFF2-40B4-BE49-F238E27FC236}">
                <a16:creationId xmlns:a16="http://schemas.microsoft.com/office/drawing/2014/main" id="{8DDAAD36-606C-110F-DCB7-1853978996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571A1E-70D6-2BD6-FE86-C06781A8AD54}"/>
              </a:ext>
            </a:extLst>
          </p:cNvPr>
          <p:cNvSpPr>
            <a:spLocks noGrp="1"/>
          </p:cNvSpPr>
          <p:nvPr>
            <p:ph type="sldNum" sz="quarter" idx="12"/>
          </p:nvPr>
        </p:nvSpPr>
        <p:spPr/>
        <p:txBody>
          <a:bodyPr/>
          <a:lstStyle/>
          <a:p>
            <a:fld id="{4694ED63-3858-0D4A-A8E8-6AED26BC0285}" type="slidenum">
              <a:rPr lang="en-US" smtClean="0"/>
              <a:t>‹#›</a:t>
            </a:fld>
            <a:endParaRPr lang="en-US"/>
          </a:p>
        </p:txBody>
      </p:sp>
    </p:spTree>
    <p:extLst>
      <p:ext uri="{BB962C8B-B14F-4D97-AF65-F5344CB8AC3E}">
        <p14:creationId xmlns:p14="http://schemas.microsoft.com/office/powerpoint/2010/main" val="1768039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7E475-8BCA-F4C1-D9A1-9458D3ECE7A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5E82587-9529-4FBE-4C87-528890C50E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6AE41D1-3F79-F420-769A-03AED236C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E4C0515-D85A-2F5A-05BD-406CAB25E6F1}"/>
              </a:ext>
            </a:extLst>
          </p:cNvPr>
          <p:cNvSpPr>
            <a:spLocks noGrp="1"/>
          </p:cNvSpPr>
          <p:nvPr>
            <p:ph type="dt" sz="half" idx="10"/>
          </p:nvPr>
        </p:nvSpPr>
        <p:spPr/>
        <p:txBody>
          <a:bodyPr/>
          <a:lstStyle/>
          <a:p>
            <a:fld id="{87415C21-2C73-7543-A763-8A8EFD027B6E}" type="datetimeFigureOut">
              <a:rPr lang="en-US" smtClean="0"/>
              <a:t>4/27/26</a:t>
            </a:fld>
            <a:endParaRPr lang="en-US"/>
          </a:p>
        </p:txBody>
      </p:sp>
      <p:sp>
        <p:nvSpPr>
          <p:cNvPr id="6" name="Footer Placeholder 5">
            <a:extLst>
              <a:ext uri="{FF2B5EF4-FFF2-40B4-BE49-F238E27FC236}">
                <a16:creationId xmlns:a16="http://schemas.microsoft.com/office/drawing/2014/main" id="{25FFC4FF-9058-C75B-FB09-D238B28F6B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3157A6-B26A-2FC9-7D3D-CBD37036A06C}"/>
              </a:ext>
            </a:extLst>
          </p:cNvPr>
          <p:cNvSpPr>
            <a:spLocks noGrp="1"/>
          </p:cNvSpPr>
          <p:nvPr>
            <p:ph type="sldNum" sz="quarter" idx="12"/>
          </p:nvPr>
        </p:nvSpPr>
        <p:spPr/>
        <p:txBody>
          <a:bodyPr/>
          <a:lstStyle/>
          <a:p>
            <a:fld id="{4694ED63-3858-0D4A-A8E8-6AED26BC0285}" type="slidenum">
              <a:rPr lang="en-US" smtClean="0"/>
              <a:t>‹#›</a:t>
            </a:fld>
            <a:endParaRPr lang="en-US"/>
          </a:p>
        </p:txBody>
      </p:sp>
    </p:spTree>
    <p:extLst>
      <p:ext uri="{BB962C8B-B14F-4D97-AF65-F5344CB8AC3E}">
        <p14:creationId xmlns:p14="http://schemas.microsoft.com/office/powerpoint/2010/main" val="71427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5787D-E22C-F90A-10C2-3A1AB488C15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85A85C9-D1F7-44B2-DD73-48ACDB8013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F0E95B-7382-3543-AE62-F0D3BB6F2C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3B05A9-5D06-4D87-58A5-B0487313F0ED}"/>
              </a:ext>
            </a:extLst>
          </p:cNvPr>
          <p:cNvSpPr>
            <a:spLocks noGrp="1"/>
          </p:cNvSpPr>
          <p:nvPr>
            <p:ph type="dt" sz="half" idx="10"/>
          </p:nvPr>
        </p:nvSpPr>
        <p:spPr/>
        <p:txBody>
          <a:bodyPr/>
          <a:lstStyle/>
          <a:p>
            <a:fld id="{87415C21-2C73-7543-A763-8A8EFD027B6E}" type="datetimeFigureOut">
              <a:rPr lang="en-US" smtClean="0"/>
              <a:t>4/27/26</a:t>
            </a:fld>
            <a:endParaRPr lang="en-US"/>
          </a:p>
        </p:txBody>
      </p:sp>
      <p:sp>
        <p:nvSpPr>
          <p:cNvPr id="6" name="Footer Placeholder 5">
            <a:extLst>
              <a:ext uri="{FF2B5EF4-FFF2-40B4-BE49-F238E27FC236}">
                <a16:creationId xmlns:a16="http://schemas.microsoft.com/office/drawing/2014/main" id="{BC71CD4F-59F0-0450-94E3-33301C9554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1AF614-5AE0-FACB-7EAF-1F990A792ECE}"/>
              </a:ext>
            </a:extLst>
          </p:cNvPr>
          <p:cNvSpPr>
            <a:spLocks noGrp="1"/>
          </p:cNvSpPr>
          <p:nvPr>
            <p:ph type="sldNum" sz="quarter" idx="12"/>
          </p:nvPr>
        </p:nvSpPr>
        <p:spPr/>
        <p:txBody>
          <a:bodyPr/>
          <a:lstStyle/>
          <a:p>
            <a:fld id="{4694ED63-3858-0D4A-A8E8-6AED26BC0285}" type="slidenum">
              <a:rPr lang="en-US" smtClean="0"/>
              <a:t>‹#›</a:t>
            </a:fld>
            <a:endParaRPr lang="en-US"/>
          </a:p>
        </p:txBody>
      </p:sp>
    </p:spTree>
    <p:extLst>
      <p:ext uri="{BB962C8B-B14F-4D97-AF65-F5344CB8AC3E}">
        <p14:creationId xmlns:p14="http://schemas.microsoft.com/office/powerpoint/2010/main" val="4018852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3D7F7-B8AC-3389-FEAD-48DBDF6E640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4CB2858-EC19-B511-7C7E-A974233B433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34CDA55-BAB5-09DC-AAD4-8CEE11FF5077}"/>
              </a:ext>
            </a:extLst>
          </p:cNvPr>
          <p:cNvSpPr>
            <a:spLocks noGrp="1"/>
          </p:cNvSpPr>
          <p:nvPr>
            <p:ph type="dt" sz="half" idx="10"/>
          </p:nvPr>
        </p:nvSpPr>
        <p:spPr/>
        <p:txBody>
          <a:bodyPr/>
          <a:lstStyle/>
          <a:p>
            <a:fld id="{87415C21-2C73-7543-A763-8A8EFD027B6E}" type="datetimeFigureOut">
              <a:rPr lang="en-US" smtClean="0"/>
              <a:t>4/27/26</a:t>
            </a:fld>
            <a:endParaRPr lang="en-US"/>
          </a:p>
        </p:txBody>
      </p:sp>
      <p:sp>
        <p:nvSpPr>
          <p:cNvPr id="5" name="Footer Placeholder 4">
            <a:extLst>
              <a:ext uri="{FF2B5EF4-FFF2-40B4-BE49-F238E27FC236}">
                <a16:creationId xmlns:a16="http://schemas.microsoft.com/office/drawing/2014/main" id="{8734C8E7-71AA-84C1-62AC-18C5CC16C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EF1A1-30C1-0287-4C30-5D15DC2C51C3}"/>
              </a:ext>
            </a:extLst>
          </p:cNvPr>
          <p:cNvSpPr>
            <a:spLocks noGrp="1"/>
          </p:cNvSpPr>
          <p:nvPr>
            <p:ph type="sldNum" sz="quarter" idx="12"/>
          </p:nvPr>
        </p:nvSpPr>
        <p:spPr/>
        <p:txBody>
          <a:bodyPr/>
          <a:lstStyle/>
          <a:p>
            <a:fld id="{4694ED63-3858-0D4A-A8E8-6AED26BC0285}" type="slidenum">
              <a:rPr lang="en-US" smtClean="0"/>
              <a:t>‹#›</a:t>
            </a:fld>
            <a:endParaRPr lang="en-US"/>
          </a:p>
        </p:txBody>
      </p:sp>
    </p:spTree>
    <p:extLst>
      <p:ext uri="{BB962C8B-B14F-4D97-AF65-F5344CB8AC3E}">
        <p14:creationId xmlns:p14="http://schemas.microsoft.com/office/powerpoint/2010/main" val="2661680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B8B63A-176A-DAC0-C2CC-604413348FD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BF9C4DE-0ADD-8C7B-9673-32948DEFC66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2C80798-C7D0-BCCB-25EC-DBB690BB35B2}"/>
              </a:ext>
            </a:extLst>
          </p:cNvPr>
          <p:cNvSpPr>
            <a:spLocks noGrp="1"/>
          </p:cNvSpPr>
          <p:nvPr>
            <p:ph type="dt" sz="half" idx="10"/>
          </p:nvPr>
        </p:nvSpPr>
        <p:spPr/>
        <p:txBody>
          <a:bodyPr/>
          <a:lstStyle/>
          <a:p>
            <a:fld id="{87415C21-2C73-7543-A763-8A8EFD027B6E}" type="datetimeFigureOut">
              <a:rPr lang="en-US" smtClean="0"/>
              <a:t>4/27/26</a:t>
            </a:fld>
            <a:endParaRPr lang="en-US"/>
          </a:p>
        </p:txBody>
      </p:sp>
      <p:sp>
        <p:nvSpPr>
          <p:cNvPr id="5" name="Footer Placeholder 4">
            <a:extLst>
              <a:ext uri="{FF2B5EF4-FFF2-40B4-BE49-F238E27FC236}">
                <a16:creationId xmlns:a16="http://schemas.microsoft.com/office/drawing/2014/main" id="{CF006DCD-9DCA-A3E6-DF6C-BCAD8514B8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C8E-9F72-D107-7E51-004D2C8DBD55}"/>
              </a:ext>
            </a:extLst>
          </p:cNvPr>
          <p:cNvSpPr>
            <a:spLocks noGrp="1"/>
          </p:cNvSpPr>
          <p:nvPr>
            <p:ph type="sldNum" sz="quarter" idx="12"/>
          </p:nvPr>
        </p:nvSpPr>
        <p:spPr/>
        <p:txBody>
          <a:bodyPr/>
          <a:lstStyle/>
          <a:p>
            <a:fld id="{4694ED63-3858-0D4A-A8E8-6AED26BC0285}" type="slidenum">
              <a:rPr lang="en-US" smtClean="0"/>
              <a:t>‹#›</a:t>
            </a:fld>
            <a:endParaRPr lang="en-US"/>
          </a:p>
        </p:txBody>
      </p:sp>
    </p:spTree>
    <p:extLst>
      <p:ext uri="{BB962C8B-B14F-4D97-AF65-F5344CB8AC3E}">
        <p14:creationId xmlns:p14="http://schemas.microsoft.com/office/powerpoint/2010/main" val="3868492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9F3"/>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554BC6-6A9E-C426-FE74-4F7515E099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6A7DFA6-13B3-7612-CAFB-F274FEEF9E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F4F6E5-2451-C69F-D75E-01AF70A3CC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415C21-2C73-7543-A763-8A8EFD027B6E}" type="datetimeFigureOut">
              <a:rPr lang="en-US" smtClean="0"/>
              <a:t>4/27/26</a:t>
            </a:fld>
            <a:endParaRPr lang="en-US"/>
          </a:p>
        </p:txBody>
      </p:sp>
      <p:sp>
        <p:nvSpPr>
          <p:cNvPr id="5" name="Footer Placeholder 4">
            <a:extLst>
              <a:ext uri="{FF2B5EF4-FFF2-40B4-BE49-F238E27FC236}">
                <a16:creationId xmlns:a16="http://schemas.microsoft.com/office/drawing/2014/main" id="{990B9A44-99E8-7F56-849B-8551F3C474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63410AA-0D21-2671-2291-8C09A081C6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94ED63-3858-0D4A-A8E8-6AED26BC0285}" type="slidenum">
              <a:rPr lang="en-US" smtClean="0"/>
              <a:t>‹#›</a:t>
            </a:fld>
            <a:endParaRPr lang="en-US"/>
          </a:p>
        </p:txBody>
      </p:sp>
    </p:spTree>
    <p:extLst>
      <p:ext uri="{BB962C8B-B14F-4D97-AF65-F5344CB8AC3E}">
        <p14:creationId xmlns:p14="http://schemas.microsoft.com/office/powerpoint/2010/main" val="3575795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gif"/><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4.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41DE2-8A35-1591-BE88-702ED7420B1E}"/>
            </a:ext>
          </a:extLst>
        </p:cNvPr>
        <p:cNvGrpSpPr/>
        <p:nvPr/>
      </p:nvGrpSpPr>
      <p:grpSpPr>
        <a:xfrm>
          <a:off x="0" y="0"/>
          <a:ext cx="0" cy="0"/>
          <a:chOff x="0" y="0"/>
          <a:chExt cx="0" cy="0"/>
        </a:xfrm>
      </p:grpSpPr>
      <p:sp>
        <p:nvSpPr>
          <p:cNvPr id="38" name="Rounded Rectangle 37">
            <a:extLst>
              <a:ext uri="{FF2B5EF4-FFF2-40B4-BE49-F238E27FC236}">
                <a16:creationId xmlns:a16="http://schemas.microsoft.com/office/drawing/2014/main" id="{EDC417A2-45FC-FFBA-27EE-CCC44C07646C}"/>
              </a:ext>
            </a:extLst>
          </p:cNvPr>
          <p:cNvSpPr/>
          <p:nvPr/>
        </p:nvSpPr>
        <p:spPr>
          <a:xfrm>
            <a:off x="0" y="0"/>
            <a:ext cx="12191999" cy="6858000"/>
          </a:xfrm>
          <a:prstGeom prst="roundRect">
            <a:avLst>
              <a:gd name="adj" fmla="val 0"/>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pic>
        <p:nvPicPr>
          <p:cNvPr id="211" name="Picture 210">
            <a:extLst>
              <a:ext uri="{FF2B5EF4-FFF2-40B4-BE49-F238E27FC236}">
                <a16:creationId xmlns:a16="http://schemas.microsoft.com/office/drawing/2014/main" id="{86337641-B8AD-4799-4DBA-F8AF8D59330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00000"/>
                    </a14:imgEffect>
                    <a14:imgEffect>
                      <a14:brightnessContrast bright="100000" contrast="33000"/>
                    </a14:imgEffect>
                  </a14:imgLayer>
                </a14:imgProps>
              </a:ext>
            </a:extLst>
          </a:blip>
          <a:stretch>
            <a:fillRect/>
          </a:stretch>
        </p:blipFill>
        <p:spPr>
          <a:xfrm>
            <a:off x="131639" y="443469"/>
            <a:ext cx="6672204" cy="2583051"/>
          </a:xfrm>
          <a:prstGeom prst="rect">
            <a:avLst/>
          </a:prstGeom>
          <a:effectLst>
            <a:reflection endPos="0" dist="50800" dir="5400000" sy="-100000" algn="bl" rotWithShape="0"/>
          </a:effectLst>
        </p:spPr>
      </p:pic>
      <p:sp>
        <p:nvSpPr>
          <p:cNvPr id="60" name="TextBox 59">
            <a:extLst>
              <a:ext uri="{FF2B5EF4-FFF2-40B4-BE49-F238E27FC236}">
                <a16:creationId xmlns:a16="http://schemas.microsoft.com/office/drawing/2014/main" id="{866DC15E-2ECD-7EEB-E2E2-9881D5AB2149}"/>
              </a:ext>
            </a:extLst>
          </p:cNvPr>
          <p:cNvSpPr txBox="1"/>
          <p:nvPr/>
        </p:nvSpPr>
        <p:spPr>
          <a:xfrm>
            <a:off x="391521" y="5757340"/>
            <a:ext cx="5289910" cy="954107"/>
          </a:xfrm>
          <a:prstGeom prst="rect">
            <a:avLst/>
          </a:prstGeom>
          <a:noFill/>
        </p:spPr>
        <p:txBody>
          <a:bodyPr wrap="square" rtlCol="0">
            <a:spAutoFit/>
          </a:bodyPr>
          <a:lstStyle/>
          <a:p>
            <a:pPr defTabSz="293248" eaLnBrk="0" fontAlgn="base" hangingPunct="0">
              <a:spcBef>
                <a:spcPct val="0"/>
              </a:spcBef>
              <a:spcAft>
                <a:spcPct val="0"/>
              </a:spcAft>
            </a:pPr>
            <a:r>
              <a:rPr lang="en-US" altLang="en-US" sz="2800" dirty="0">
                <a:solidFill>
                  <a:srgbClr val="BCBEBF"/>
                </a:solidFill>
                <a:latin typeface="Segoe UI" panose="020B0502040204020203" pitchFamily="34" charset="0"/>
              </a:rPr>
              <a:t>BEng (Hons) Software &amp; Electronic Eng.</a:t>
            </a:r>
          </a:p>
        </p:txBody>
      </p:sp>
      <p:sp>
        <p:nvSpPr>
          <p:cNvPr id="61" name="TextBox 60">
            <a:extLst>
              <a:ext uri="{FF2B5EF4-FFF2-40B4-BE49-F238E27FC236}">
                <a16:creationId xmlns:a16="http://schemas.microsoft.com/office/drawing/2014/main" id="{2C7447AA-F9BC-5537-4818-BC0CE6F5A0AF}"/>
              </a:ext>
            </a:extLst>
          </p:cNvPr>
          <p:cNvSpPr txBox="1"/>
          <p:nvPr/>
        </p:nvSpPr>
        <p:spPr>
          <a:xfrm>
            <a:off x="391521" y="5234120"/>
            <a:ext cx="5289910" cy="523220"/>
          </a:xfrm>
          <a:prstGeom prst="rect">
            <a:avLst/>
          </a:prstGeom>
          <a:noFill/>
        </p:spPr>
        <p:txBody>
          <a:bodyPr wrap="none" rtlCol="0">
            <a:spAutoFit/>
          </a:bodyPr>
          <a:lstStyle/>
          <a:p>
            <a:r>
              <a:rPr lang="en-US" altLang="en-US" sz="2800" b="1" dirty="0">
                <a:solidFill>
                  <a:srgbClr val="FFFFFF"/>
                </a:solidFill>
                <a:latin typeface="Segoe UI" panose="020B0502040204020203" pitchFamily="34" charset="0"/>
              </a:rPr>
              <a:t>David Jayakumar · G00419108</a:t>
            </a:r>
            <a:endParaRPr lang="en-US" altLang="en-US" sz="2800" b="1" dirty="0">
              <a:solidFill>
                <a:srgbClr val="FFFFFF"/>
              </a:solidFill>
            </a:endParaRPr>
          </a:p>
        </p:txBody>
      </p:sp>
      <p:pic>
        <p:nvPicPr>
          <p:cNvPr id="62" name="Picture 61">
            <a:extLst>
              <a:ext uri="{FF2B5EF4-FFF2-40B4-BE49-F238E27FC236}">
                <a16:creationId xmlns:a16="http://schemas.microsoft.com/office/drawing/2014/main" id="{99AFA68F-516C-70C6-B05B-E1A781216657}"/>
              </a:ext>
            </a:extLst>
          </p:cNvPr>
          <p:cNvPicPr>
            <a:picLocks noChangeAspect="1"/>
          </p:cNvPicPr>
          <p:nvPr/>
        </p:nvPicPr>
        <p:blipFill>
          <a:blip r:embed="rId5">
            <a:extLst>
              <a:ext uri="{28A0092B-C50C-407E-A947-70E740481C1C}">
                <a14:useLocalDpi xmlns:a14="http://schemas.microsoft.com/office/drawing/2010/main" val="0"/>
              </a:ext>
            </a:extLst>
          </a:blip>
          <a:srcRect l="26624" t="31317" r="26382" b="29991"/>
          <a:stretch>
            <a:fillRect/>
          </a:stretch>
        </p:blipFill>
        <p:spPr>
          <a:xfrm>
            <a:off x="10377291" y="5706479"/>
            <a:ext cx="1814708" cy="1055827"/>
          </a:xfrm>
          <a:prstGeom prst="rect">
            <a:avLst/>
          </a:prstGeom>
        </p:spPr>
      </p:pic>
      <p:cxnSp>
        <p:nvCxnSpPr>
          <p:cNvPr id="63" name="Straight Connector 62">
            <a:extLst>
              <a:ext uri="{FF2B5EF4-FFF2-40B4-BE49-F238E27FC236}">
                <a16:creationId xmlns:a16="http://schemas.microsoft.com/office/drawing/2014/main" id="{4068600B-E4DF-7E8A-88A5-6FACA2C24770}"/>
              </a:ext>
            </a:extLst>
          </p:cNvPr>
          <p:cNvCxnSpPr>
            <a:cxnSpLocks/>
          </p:cNvCxnSpPr>
          <p:nvPr/>
        </p:nvCxnSpPr>
        <p:spPr>
          <a:xfrm>
            <a:off x="516414" y="4987158"/>
            <a:ext cx="3089195" cy="0"/>
          </a:xfrm>
          <a:prstGeom prst="line">
            <a:avLst/>
          </a:prstGeom>
          <a:ln w="31750">
            <a:solidFill>
              <a:srgbClr val="FFFFFF"/>
            </a:solidFill>
          </a:ln>
        </p:spPr>
        <p:style>
          <a:lnRef idx="1">
            <a:schemeClr val="accent1"/>
          </a:lnRef>
          <a:fillRef idx="0">
            <a:schemeClr val="accent1"/>
          </a:fillRef>
          <a:effectRef idx="0">
            <a:schemeClr val="accent1"/>
          </a:effectRef>
          <a:fontRef idx="minor">
            <a:schemeClr val="tx1"/>
          </a:fontRef>
        </p:style>
      </p:cxnSp>
      <p:pic>
        <p:nvPicPr>
          <p:cNvPr id="74" name="Picture 73">
            <a:extLst>
              <a:ext uri="{FF2B5EF4-FFF2-40B4-BE49-F238E27FC236}">
                <a16:creationId xmlns:a16="http://schemas.microsoft.com/office/drawing/2014/main" id="{495B1C96-060B-04BE-B305-7506DD9BE1A3}"/>
              </a:ext>
            </a:extLst>
          </p:cNvPr>
          <p:cNvPicPr>
            <a:picLocks noChangeAspect="1"/>
          </p:cNvPicPr>
          <p:nvPr/>
        </p:nvPicPr>
        <p:blipFill>
          <a:blip r:embed="rId6">
            <a:alphaModFix amt="98000"/>
            <a:extLst>
              <a:ext uri="{BEBA8EAE-BF5A-486C-A8C5-ECC9F3942E4B}">
                <a14:imgProps xmlns:a14="http://schemas.microsoft.com/office/drawing/2010/main">
                  <a14:imgLayer r:embed="rId7">
                    <a14:imgEffect>
                      <a14:sharpenSoften amount="-100000"/>
                    </a14:imgEffect>
                  </a14:imgLayer>
                </a14:imgProps>
              </a:ext>
            </a:extLst>
          </a:blip>
          <a:srcRect l="2425" t="4534" r="4626" b="6587"/>
          <a:stretch>
            <a:fillRect/>
          </a:stretch>
        </p:blipFill>
        <p:spPr>
          <a:xfrm>
            <a:off x="11334602" y="83381"/>
            <a:ext cx="725759" cy="720176"/>
          </a:xfrm>
          <a:prstGeom prst="rect">
            <a:avLst/>
          </a:prstGeom>
          <a:effectLst>
            <a:reflection endPos="0" dist="50800" dir="5400000" sy="-100000" algn="bl" rotWithShape="0"/>
          </a:effectLst>
        </p:spPr>
      </p:pic>
    </p:spTree>
    <p:extLst>
      <p:ext uri="{BB962C8B-B14F-4D97-AF65-F5344CB8AC3E}">
        <p14:creationId xmlns:p14="http://schemas.microsoft.com/office/powerpoint/2010/main" val="2305804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ECD48-A786-F4C3-77AA-5A75E1DD37A9}"/>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C624BCBB-23B6-37F3-6D71-FDA647E858C6}"/>
              </a:ext>
            </a:extLst>
          </p:cNvPr>
          <p:cNvSpPr/>
          <p:nvPr/>
        </p:nvSpPr>
        <p:spPr>
          <a:xfrm>
            <a:off x="4659844" y="2326080"/>
            <a:ext cx="7270897" cy="4145970"/>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4" name="Rounded Rectangle 3">
            <a:extLst>
              <a:ext uri="{FF2B5EF4-FFF2-40B4-BE49-F238E27FC236}">
                <a16:creationId xmlns:a16="http://schemas.microsoft.com/office/drawing/2014/main" id="{AF1E506E-19A3-1DBF-3F73-79114F01EC59}"/>
              </a:ext>
            </a:extLst>
          </p:cNvPr>
          <p:cNvSpPr/>
          <p:nvPr/>
        </p:nvSpPr>
        <p:spPr>
          <a:xfrm>
            <a:off x="261259" y="2326082"/>
            <a:ext cx="3764475" cy="4145970"/>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10" name="TextBox 18">
            <a:extLst>
              <a:ext uri="{FF2B5EF4-FFF2-40B4-BE49-F238E27FC236}">
                <a16:creationId xmlns:a16="http://schemas.microsoft.com/office/drawing/2014/main" id="{EBA92E83-CB02-6633-F0C4-9C18401C64C9}"/>
              </a:ext>
            </a:extLst>
          </p:cNvPr>
          <p:cNvSpPr txBox="1"/>
          <p:nvPr/>
        </p:nvSpPr>
        <p:spPr>
          <a:xfrm>
            <a:off x="484148" y="204362"/>
            <a:ext cx="5489140" cy="1538883"/>
          </a:xfrm>
          <a:prstGeom prst="rect">
            <a:avLst/>
          </a:prstGeom>
        </p:spPr>
        <p:txBody>
          <a:bodyPr wrap="square" lIns="0" tIns="0" rIns="0" bIns="0" rtlCol="0" anchor="t">
            <a:spAutoFit/>
          </a:bodyPr>
          <a:lstStyle/>
          <a:p>
            <a:r>
              <a:rPr lang="en-US" sz="5000" b="1" dirty="0">
                <a:solidFill>
                  <a:srgbClr val="2C90C2"/>
                </a:solidFill>
                <a:latin typeface="Segoe UI" panose="020B0502040204020203" pitchFamily="34" charset="0"/>
                <a:cs typeface="Segoe UI" panose="020B0502040204020203" pitchFamily="34" charset="0"/>
                <a:sym typeface="TT Chocolates Bold"/>
              </a:rPr>
              <a:t>Simulation to Reality</a:t>
            </a:r>
          </a:p>
        </p:txBody>
      </p:sp>
      <p:pic>
        <p:nvPicPr>
          <p:cNvPr id="11" name="Picture 10">
            <a:extLst>
              <a:ext uri="{FF2B5EF4-FFF2-40B4-BE49-F238E27FC236}">
                <a16:creationId xmlns:a16="http://schemas.microsoft.com/office/drawing/2014/main" id="{99F1A4B3-6858-F841-B729-4AC4B41D1767}"/>
              </a:ext>
            </a:extLst>
          </p:cNvPr>
          <p:cNvPicPr>
            <a:picLocks noChangeAspect="1"/>
          </p:cNvPicPr>
          <p:nvPr/>
        </p:nvPicPr>
        <p:blipFill>
          <a:blip r:embed="rId3"/>
          <a:srcRect l="8570" t="6529" r="4513" b="10469"/>
          <a:stretch>
            <a:fillRect/>
          </a:stretch>
        </p:blipFill>
        <p:spPr>
          <a:xfrm>
            <a:off x="11359576" y="80042"/>
            <a:ext cx="696550" cy="676648"/>
          </a:xfrm>
          <a:prstGeom prst="rect">
            <a:avLst/>
          </a:prstGeom>
        </p:spPr>
      </p:pic>
      <p:pic>
        <p:nvPicPr>
          <p:cNvPr id="12" name="Picture 11" descr="Reinforcement Learning (RL) - What Is It and How Does It Work? | Towards  Data Science">
            <a:extLst>
              <a:ext uri="{FF2B5EF4-FFF2-40B4-BE49-F238E27FC236}">
                <a16:creationId xmlns:a16="http://schemas.microsoft.com/office/drawing/2014/main" id="{4B51F35F-96A8-AE8D-2597-238B757C15AC}"/>
              </a:ext>
            </a:extLst>
          </p:cNvPr>
          <p:cNvPicPr>
            <a:picLocks noChangeAspect="1"/>
          </p:cNvPicPr>
          <p:nvPr/>
        </p:nvPicPr>
        <p:blipFill>
          <a:blip r:embed="rId4"/>
          <a:srcRect l="11288" t="2389" r="7328" b="8751"/>
          <a:stretch>
            <a:fillRect/>
          </a:stretch>
        </p:blipFill>
        <p:spPr>
          <a:xfrm>
            <a:off x="496635" y="2892382"/>
            <a:ext cx="3293721" cy="3282041"/>
          </a:xfrm>
          <a:prstGeom prst="rect">
            <a:avLst/>
          </a:prstGeom>
        </p:spPr>
      </p:pic>
      <p:pic>
        <p:nvPicPr>
          <p:cNvPr id="3" name="Picture 2">
            <a:extLst>
              <a:ext uri="{FF2B5EF4-FFF2-40B4-BE49-F238E27FC236}">
                <a16:creationId xmlns:a16="http://schemas.microsoft.com/office/drawing/2014/main" id="{FCC04113-A955-A6AA-2BA8-342656AEB4D3}"/>
              </a:ext>
            </a:extLst>
          </p:cNvPr>
          <p:cNvPicPr>
            <a:picLocks noChangeAspect="1"/>
          </p:cNvPicPr>
          <p:nvPr/>
        </p:nvPicPr>
        <p:blipFill>
          <a:blip r:embed="rId5"/>
          <a:stretch>
            <a:fillRect/>
          </a:stretch>
        </p:blipFill>
        <p:spPr>
          <a:xfrm>
            <a:off x="4852933" y="2892381"/>
            <a:ext cx="6884718" cy="3282041"/>
          </a:xfrm>
          <a:prstGeom prst="rect">
            <a:avLst/>
          </a:prstGeom>
        </p:spPr>
      </p:pic>
      <p:sp>
        <p:nvSpPr>
          <p:cNvPr id="6" name="TextBox 5">
            <a:extLst>
              <a:ext uri="{FF2B5EF4-FFF2-40B4-BE49-F238E27FC236}">
                <a16:creationId xmlns:a16="http://schemas.microsoft.com/office/drawing/2014/main" id="{593ECF8B-0E09-5B8B-D122-B8B44EE2CC0E}"/>
              </a:ext>
            </a:extLst>
          </p:cNvPr>
          <p:cNvSpPr txBox="1"/>
          <p:nvPr/>
        </p:nvSpPr>
        <p:spPr>
          <a:xfrm>
            <a:off x="380012" y="2369161"/>
            <a:ext cx="1851597" cy="523220"/>
          </a:xfrm>
          <a:prstGeom prst="rect">
            <a:avLst/>
          </a:prstGeom>
          <a:noFill/>
        </p:spPr>
        <p:txBody>
          <a:bodyPr wrap="none" rtlCol="0">
            <a:spAutoFit/>
          </a:bodyPr>
          <a:lstStyle/>
          <a:p>
            <a:r>
              <a:rPr lang="en-US" altLang="en-US" sz="2800" b="1" dirty="0">
                <a:solidFill>
                  <a:srgbClr val="FFFFFF"/>
                </a:solidFill>
                <a:latin typeface="Segoe UI" panose="020B0502040204020203" pitchFamily="34" charset="0"/>
              </a:rPr>
              <a:t>Christmas</a:t>
            </a:r>
            <a:endParaRPr lang="en-US" altLang="en-US" sz="2800" b="1" dirty="0">
              <a:solidFill>
                <a:srgbClr val="FFFFFF"/>
              </a:solidFill>
            </a:endParaRPr>
          </a:p>
        </p:txBody>
      </p:sp>
      <p:sp>
        <p:nvSpPr>
          <p:cNvPr id="7" name="TextBox 6">
            <a:extLst>
              <a:ext uri="{FF2B5EF4-FFF2-40B4-BE49-F238E27FC236}">
                <a16:creationId xmlns:a16="http://schemas.microsoft.com/office/drawing/2014/main" id="{3A75A97F-8E57-6DA8-B768-4C89A698611E}"/>
              </a:ext>
            </a:extLst>
          </p:cNvPr>
          <p:cNvSpPr txBox="1"/>
          <p:nvPr/>
        </p:nvSpPr>
        <p:spPr>
          <a:xfrm>
            <a:off x="5047489" y="2369161"/>
            <a:ext cx="1598515" cy="523220"/>
          </a:xfrm>
          <a:prstGeom prst="rect">
            <a:avLst/>
          </a:prstGeom>
          <a:noFill/>
        </p:spPr>
        <p:txBody>
          <a:bodyPr wrap="none" rtlCol="0">
            <a:spAutoFit/>
          </a:bodyPr>
          <a:lstStyle/>
          <a:p>
            <a:r>
              <a:rPr lang="en-US" altLang="en-US" sz="2800" b="1" dirty="0">
                <a:solidFill>
                  <a:srgbClr val="FFFFFF"/>
                </a:solidFill>
                <a:latin typeface="Segoe UI" panose="020B0502040204020203" pitchFamily="34" charset="0"/>
              </a:rPr>
              <a:t>Summer</a:t>
            </a:r>
            <a:endParaRPr lang="en-US" altLang="en-US" sz="2800" b="1" dirty="0">
              <a:solidFill>
                <a:srgbClr val="FFFFFF"/>
              </a:solidFill>
            </a:endParaRPr>
          </a:p>
        </p:txBody>
      </p:sp>
      <p:sp>
        <p:nvSpPr>
          <p:cNvPr id="8" name="Half-frame 7">
            <a:extLst>
              <a:ext uri="{FF2B5EF4-FFF2-40B4-BE49-F238E27FC236}">
                <a16:creationId xmlns:a16="http://schemas.microsoft.com/office/drawing/2014/main" id="{14D29AF1-4E0C-F5D3-C43B-B5190B532327}"/>
              </a:ext>
            </a:extLst>
          </p:cNvPr>
          <p:cNvSpPr/>
          <p:nvPr/>
        </p:nvSpPr>
        <p:spPr>
          <a:xfrm rot="8160170">
            <a:off x="3927699" y="3992940"/>
            <a:ext cx="509684" cy="564356"/>
          </a:xfrm>
          <a:prstGeom prst="halfFrame">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523292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D3416-5EC4-D820-FAEC-86F8370EE641}"/>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C8FB90C3-209B-13A3-C6A9-99A8B32D38A3}"/>
              </a:ext>
            </a:extLst>
          </p:cNvPr>
          <p:cNvSpPr/>
          <p:nvPr/>
        </p:nvSpPr>
        <p:spPr>
          <a:xfrm>
            <a:off x="236450" y="4025442"/>
            <a:ext cx="4869183" cy="2632861"/>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5" name="Rounded Rectangle 4">
            <a:extLst>
              <a:ext uri="{FF2B5EF4-FFF2-40B4-BE49-F238E27FC236}">
                <a16:creationId xmlns:a16="http://schemas.microsoft.com/office/drawing/2014/main" id="{D61FEE5E-0431-D2C2-A73E-C175B158DB5F}"/>
              </a:ext>
            </a:extLst>
          </p:cNvPr>
          <p:cNvSpPr/>
          <p:nvPr/>
        </p:nvSpPr>
        <p:spPr>
          <a:xfrm>
            <a:off x="6623114" y="1027536"/>
            <a:ext cx="4869183" cy="2632861"/>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6" name="Rounded Rectangle 5">
            <a:extLst>
              <a:ext uri="{FF2B5EF4-FFF2-40B4-BE49-F238E27FC236}">
                <a16:creationId xmlns:a16="http://schemas.microsoft.com/office/drawing/2014/main" id="{B8012E27-BD72-7727-F883-D513F09D89B3}"/>
              </a:ext>
            </a:extLst>
          </p:cNvPr>
          <p:cNvSpPr/>
          <p:nvPr/>
        </p:nvSpPr>
        <p:spPr>
          <a:xfrm>
            <a:off x="6623113" y="3965352"/>
            <a:ext cx="4869183" cy="2632861"/>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3" name="Rounded Rectangle 2">
            <a:extLst>
              <a:ext uri="{FF2B5EF4-FFF2-40B4-BE49-F238E27FC236}">
                <a16:creationId xmlns:a16="http://schemas.microsoft.com/office/drawing/2014/main" id="{3EB3885F-5EEA-1F45-0639-36F97A2F2D55}"/>
              </a:ext>
            </a:extLst>
          </p:cNvPr>
          <p:cNvSpPr/>
          <p:nvPr/>
        </p:nvSpPr>
        <p:spPr>
          <a:xfrm>
            <a:off x="236449" y="1080616"/>
            <a:ext cx="4869183" cy="2632861"/>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10" name="TextBox 18">
            <a:extLst>
              <a:ext uri="{FF2B5EF4-FFF2-40B4-BE49-F238E27FC236}">
                <a16:creationId xmlns:a16="http://schemas.microsoft.com/office/drawing/2014/main" id="{A4CFADB1-F0F3-2387-2D6F-52930D03C2CF}"/>
              </a:ext>
            </a:extLst>
          </p:cNvPr>
          <p:cNvSpPr txBox="1"/>
          <p:nvPr/>
        </p:nvSpPr>
        <p:spPr>
          <a:xfrm>
            <a:off x="484148" y="204362"/>
            <a:ext cx="5151568" cy="769441"/>
          </a:xfrm>
          <a:prstGeom prst="rect">
            <a:avLst/>
          </a:prstGeom>
        </p:spPr>
        <p:txBody>
          <a:bodyPr wrap="square" lIns="0" tIns="0" rIns="0" bIns="0" rtlCol="0" anchor="t">
            <a:spAutoFit/>
          </a:bodyPr>
          <a:lstStyle/>
          <a:p>
            <a:r>
              <a:rPr lang="en-US" sz="5000" b="1" dirty="0">
                <a:solidFill>
                  <a:srgbClr val="2C90C2"/>
                </a:solidFill>
                <a:latin typeface="Segoe UI" panose="020B0502040204020203" pitchFamily="34" charset="0"/>
                <a:cs typeface="Segoe UI" panose="020B0502040204020203" pitchFamily="34" charset="0"/>
                <a:sym typeface="TT Chocolates Bold"/>
              </a:rPr>
              <a:t>PROCESS</a:t>
            </a:r>
          </a:p>
        </p:txBody>
      </p:sp>
      <p:pic>
        <p:nvPicPr>
          <p:cNvPr id="11" name="Picture 10">
            <a:extLst>
              <a:ext uri="{FF2B5EF4-FFF2-40B4-BE49-F238E27FC236}">
                <a16:creationId xmlns:a16="http://schemas.microsoft.com/office/drawing/2014/main" id="{432465BE-6276-4B63-FD6B-41A83D325991}"/>
              </a:ext>
            </a:extLst>
          </p:cNvPr>
          <p:cNvPicPr>
            <a:picLocks noChangeAspect="1"/>
          </p:cNvPicPr>
          <p:nvPr/>
        </p:nvPicPr>
        <p:blipFill>
          <a:blip r:embed="rId3"/>
          <a:srcRect l="8570" t="6529" r="4513" b="10469"/>
          <a:stretch>
            <a:fillRect/>
          </a:stretch>
        </p:blipFill>
        <p:spPr>
          <a:xfrm>
            <a:off x="11359576" y="80042"/>
            <a:ext cx="696550" cy="676648"/>
          </a:xfrm>
          <a:prstGeom prst="rect">
            <a:avLst/>
          </a:prstGeom>
        </p:spPr>
      </p:pic>
      <p:pic>
        <p:nvPicPr>
          <p:cNvPr id="13" name="Picture 12">
            <a:extLst>
              <a:ext uri="{FF2B5EF4-FFF2-40B4-BE49-F238E27FC236}">
                <a16:creationId xmlns:a16="http://schemas.microsoft.com/office/drawing/2014/main" id="{0B8169DF-8DFB-BF6E-D071-B78778FC2BA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779924" y="5145640"/>
            <a:ext cx="3757107" cy="1369648"/>
          </a:xfrm>
          <a:prstGeom prst="rect">
            <a:avLst/>
          </a:prstGeom>
        </p:spPr>
      </p:pic>
      <p:pic>
        <p:nvPicPr>
          <p:cNvPr id="14" name="Picture 13">
            <a:extLst>
              <a:ext uri="{FF2B5EF4-FFF2-40B4-BE49-F238E27FC236}">
                <a16:creationId xmlns:a16="http://schemas.microsoft.com/office/drawing/2014/main" id="{A386FE3F-B149-E0D6-CB52-19C80AF1BB63}"/>
              </a:ext>
            </a:extLst>
          </p:cNvPr>
          <p:cNvPicPr>
            <a:picLocks noChangeAspect="1"/>
          </p:cNvPicPr>
          <p:nvPr/>
        </p:nvPicPr>
        <p:blipFill>
          <a:blip r:embed="rId5"/>
          <a:stretch>
            <a:fillRect/>
          </a:stretch>
        </p:blipFill>
        <p:spPr>
          <a:xfrm>
            <a:off x="6779924" y="4367536"/>
            <a:ext cx="4517017" cy="746908"/>
          </a:xfrm>
          <a:prstGeom prst="rect">
            <a:avLst/>
          </a:prstGeom>
        </p:spPr>
      </p:pic>
      <p:pic>
        <p:nvPicPr>
          <p:cNvPr id="15" name="Picture 14">
            <a:extLst>
              <a:ext uri="{FF2B5EF4-FFF2-40B4-BE49-F238E27FC236}">
                <a16:creationId xmlns:a16="http://schemas.microsoft.com/office/drawing/2014/main" id="{7E8722CE-14CB-640A-EDBE-1359E403C7B1}"/>
              </a:ext>
            </a:extLst>
          </p:cNvPr>
          <p:cNvPicPr>
            <a:picLocks noChangeAspect="1"/>
          </p:cNvPicPr>
          <p:nvPr/>
        </p:nvPicPr>
        <p:blipFill>
          <a:blip r:embed="rId6"/>
          <a:stretch>
            <a:fillRect/>
          </a:stretch>
        </p:blipFill>
        <p:spPr>
          <a:xfrm>
            <a:off x="343530" y="5485215"/>
            <a:ext cx="3053789" cy="1112998"/>
          </a:xfrm>
          <a:prstGeom prst="rect">
            <a:avLst/>
          </a:prstGeom>
        </p:spPr>
      </p:pic>
      <p:pic>
        <p:nvPicPr>
          <p:cNvPr id="16" name="Picture 15">
            <a:extLst>
              <a:ext uri="{FF2B5EF4-FFF2-40B4-BE49-F238E27FC236}">
                <a16:creationId xmlns:a16="http://schemas.microsoft.com/office/drawing/2014/main" id="{F83B63BD-BB73-29CE-8339-CCF6BED1B659}"/>
              </a:ext>
            </a:extLst>
          </p:cNvPr>
          <p:cNvPicPr>
            <a:picLocks noChangeAspect="1"/>
          </p:cNvPicPr>
          <p:nvPr/>
        </p:nvPicPr>
        <p:blipFill>
          <a:blip r:embed="rId7"/>
          <a:stretch>
            <a:fillRect/>
          </a:stretch>
        </p:blipFill>
        <p:spPr>
          <a:xfrm>
            <a:off x="350448" y="1531608"/>
            <a:ext cx="3517234" cy="1340945"/>
          </a:xfrm>
          <a:prstGeom prst="rect">
            <a:avLst/>
          </a:prstGeom>
        </p:spPr>
      </p:pic>
      <p:pic>
        <p:nvPicPr>
          <p:cNvPr id="17" name="Picture 16">
            <a:extLst>
              <a:ext uri="{FF2B5EF4-FFF2-40B4-BE49-F238E27FC236}">
                <a16:creationId xmlns:a16="http://schemas.microsoft.com/office/drawing/2014/main" id="{F7708E9D-1F67-8C84-E2C0-C7DC5B1A2B2D}"/>
              </a:ext>
            </a:extLst>
          </p:cNvPr>
          <p:cNvPicPr>
            <a:picLocks noChangeAspect="1"/>
          </p:cNvPicPr>
          <p:nvPr/>
        </p:nvPicPr>
        <p:blipFill>
          <a:blip r:embed="rId8"/>
          <a:srcRect t="7544"/>
          <a:stretch>
            <a:fillRect/>
          </a:stretch>
        </p:blipFill>
        <p:spPr>
          <a:xfrm>
            <a:off x="343531" y="4475431"/>
            <a:ext cx="2068622" cy="1009784"/>
          </a:xfrm>
          <a:prstGeom prst="rect">
            <a:avLst/>
          </a:prstGeom>
        </p:spPr>
      </p:pic>
      <p:pic>
        <p:nvPicPr>
          <p:cNvPr id="20" name="Picture 19">
            <a:extLst>
              <a:ext uri="{FF2B5EF4-FFF2-40B4-BE49-F238E27FC236}">
                <a16:creationId xmlns:a16="http://schemas.microsoft.com/office/drawing/2014/main" id="{05509830-77B7-5FBC-4B19-0A9D1EA289CD}"/>
              </a:ext>
            </a:extLst>
          </p:cNvPr>
          <p:cNvPicPr>
            <a:picLocks noChangeAspect="1"/>
          </p:cNvPicPr>
          <p:nvPr/>
        </p:nvPicPr>
        <p:blipFill>
          <a:blip r:embed="rId9"/>
          <a:stretch>
            <a:fillRect/>
          </a:stretch>
        </p:blipFill>
        <p:spPr>
          <a:xfrm>
            <a:off x="9178626" y="2086976"/>
            <a:ext cx="2125525" cy="1521876"/>
          </a:xfrm>
          <a:prstGeom prst="rect">
            <a:avLst/>
          </a:prstGeom>
        </p:spPr>
      </p:pic>
      <p:pic>
        <p:nvPicPr>
          <p:cNvPr id="21" name="Picture 20">
            <a:extLst>
              <a:ext uri="{FF2B5EF4-FFF2-40B4-BE49-F238E27FC236}">
                <a16:creationId xmlns:a16="http://schemas.microsoft.com/office/drawing/2014/main" id="{FF5FDEE4-EB8B-08D5-1539-0BB416AFDBD1}"/>
              </a:ext>
            </a:extLst>
          </p:cNvPr>
          <p:cNvPicPr>
            <a:picLocks noChangeAspect="1"/>
          </p:cNvPicPr>
          <p:nvPr/>
        </p:nvPicPr>
        <p:blipFill>
          <a:blip r:embed="rId10"/>
          <a:stretch>
            <a:fillRect/>
          </a:stretch>
        </p:blipFill>
        <p:spPr>
          <a:xfrm>
            <a:off x="6804473" y="1497023"/>
            <a:ext cx="2220686" cy="2111829"/>
          </a:xfrm>
          <a:prstGeom prst="rect">
            <a:avLst/>
          </a:prstGeom>
        </p:spPr>
      </p:pic>
      <p:pic>
        <p:nvPicPr>
          <p:cNvPr id="7" name="Picture 6">
            <a:extLst>
              <a:ext uri="{FF2B5EF4-FFF2-40B4-BE49-F238E27FC236}">
                <a16:creationId xmlns:a16="http://schemas.microsoft.com/office/drawing/2014/main" id="{9CF25F0D-111E-CF46-D058-A6F6639B0B40}"/>
              </a:ext>
            </a:extLst>
          </p:cNvPr>
          <p:cNvPicPr>
            <a:picLocks noChangeAspect="1"/>
          </p:cNvPicPr>
          <p:nvPr/>
        </p:nvPicPr>
        <p:blipFill>
          <a:blip r:embed="rId11"/>
          <a:stretch>
            <a:fillRect/>
          </a:stretch>
        </p:blipFill>
        <p:spPr>
          <a:xfrm>
            <a:off x="9178626" y="1583515"/>
            <a:ext cx="2125524" cy="320516"/>
          </a:xfrm>
          <a:prstGeom prst="rect">
            <a:avLst/>
          </a:prstGeom>
        </p:spPr>
      </p:pic>
      <p:pic>
        <p:nvPicPr>
          <p:cNvPr id="8" name="Picture 7">
            <a:extLst>
              <a:ext uri="{FF2B5EF4-FFF2-40B4-BE49-F238E27FC236}">
                <a16:creationId xmlns:a16="http://schemas.microsoft.com/office/drawing/2014/main" id="{39AF7CF0-6104-8556-D883-799397D6BF65}"/>
              </a:ext>
            </a:extLst>
          </p:cNvPr>
          <p:cNvPicPr>
            <a:picLocks noChangeAspect="1"/>
          </p:cNvPicPr>
          <p:nvPr/>
        </p:nvPicPr>
        <p:blipFill>
          <a:blip r:embed="rId12"/>
          <a:stretch>
            <a:fillRect/>
          </a:stretch>
        </p:blipFill>
        <p:spPr>
          <a:xfrm>
            <a:off x="350448" y="2872553"/>
            <a:ext cx="2061704" cy="783448"/>
          </a:xfrm>
          <a:prstGeom prst="rect">
            <a:avLst/>
          </a:prstGeom>
        </p:spPr>
      </p:pic>
      <p:sp>
        <p:nvSpPr>
          <p:cNvPr id="9" name="TextBox 8">
            <a:extLst>
              <a:ext uri="{FF2B5EF4-FFF2-40B4-BE49-F238E27FC236}">
                <a16:creationId xmlns:a16="http://schemas.microsoft.com/office/drawing/2014/main" id="{760DA610-8248-E2F5-5001-41BB430555B0}"/>
              </a:ext>
            </a:extLst>
          </p:cNvPr>
          <p:cNvSpPr txBox="1"/>
          <p:nvPr/>
        </p:nvSpPr>
        <p:spPr>
          <a:xfrm>
            <a:off x="257468" y="1082869"/>
            <a:ext cx="946093" cy="523220"/>
          </a:xfrm>
          <a:prstGeom prst="rect">
            <a:avLst/>
          </a:prstGeom>
          <a:noFill/>
        </p:spPr>
        <p:txBody>
          <a:bodyPr wrap="none" rtlCol="0">
            <a:spAutoFit/>
          </a:bodyPr>
          <a:lstStyle/>
          <a:p>
            <a:r>
              <a:rPr lang="en-US" altLang="en-US" sz="2800" b="1" dirty="0">
                <a:solidFill>
                  <a:srgbClr val="FFFFFF"/>
                </a:solidFill>
                <a:latin typeface="Segoe UI" panose="020B0502040204020203" pitchFamily="34" charset="0"/>
              </a:rPr>
              <a:t>JIRA</a:t>
            </a:r>
            <a:endParaRPr lang="en-US" altLang="en-US" sz="2800" b="1" dirty="0">
              <a:solidFill>
                <a:srgbClr val="FFFFFF"/>
              </a:solidFill>
            </a:endParaRPr>
          </a:p>
        </p:txBody>
      </p:sp>
      <p:sp>
        <p:nvSpPr>
          <p:cNvPr id="12" name="TextBox 11">
            <a:extLst>
              <a:ext uri="{FF2B5EF4-FFF2-40B4-BE49-F238E27FC236}">
                <a16:creationId xmlns:a16="http://schemas.microsoft.com/office/drawing/2014/main" id="{13D7F449-97A7-71DA-CAA7-D215CA6B631A}"/>
              </a:ext>
            </a:extLst>
          </p:cNvPr>
          <p:cNvSpPr txBox="1"/>
          <p:nvPr/>
        </p:nvSpPr>
        <p:spPr>
          <a:xfrm>
            <a:off x="6745093" y="973803"/>
            <a:ext cx="1874296" cy="523220"/>
          </a:xfrm>
          <a:prstGeom prst="rect">
            <a:avLst/>
          </a:prstGeom>
          <a:noFill/>
        </p:spPr>
        <p:txBody>
          <a:bodyPr wrap="none" rtlCol="0">
            <a:spAutoFit/>
          </a:bodyPr>
          <a:lstStyle/>
          <a:p>
            <a:r>
              <a:rPr lang="en-US" altLang="en-US" sz="2800" b="1" dirty="0">
                <a:solidFill>
                  <a:srgbClr val="FFFFFF"/>
                </a:solidFill>
                <a:latin typeface="Segoe UI" panose="020B0502040204020203" pitchFamily="34" charset="0"/>
              </a:rPr>
              <a:t>ONENOTE</a:t>
            </a:r>
            <a:endParaRPr lang="en-US" altLang="en-US" sz="2800" b="1" dirty="0">
              <a:solidFill>
                <a:srgbClr val="FFFFFF"/>
              </a:solidFill>
            </a:endParaRPr>
          </a:p>
        </p:txBody>
      </p:sp>
      <p:sp>
        <p:nvSpPr>
          <p:cNvPr id="18" name="TextBox 17">
            <a:extLst>
              <a:ext uri="{FF2B5EF4-FFF2-40B4-BE49-F238E27FC236}">
                <a16:creationId xmlns:a16="http://schemas.microsoft.com/office/drawing/2014/main" id="{BEC49FB8-C148-0475-46B3-F1973CCE50CC}"/>
              </a:ext>
            </a:extLst>
          </p:cNvPr>
          <p:cNvSpPr txBox="1"/>
          <p:nvPr/>
        </p:nvSpPr>
        <p:spPr>
          <a:xfrm>
            <a:off x="6667634" y="3913807"/>
            <a:ext cx="1529586" cy="523220"/>
          </a:xfrm>
          <a:prstGeom prst="rect">
            <a:avLst/>
          </a:prstGeom>
          <a:noFill/>
        </p:spPr>
        <p:txBody>
          <a:bodyPr wrap="none" rtlCol="0">
            <a:spAutoFit/>
          </a:bodyPr>
          <a:lstStyle/>
          <a:p>
            <a:r>
              <a:rPr lang="en-US" altLang="en-US" sz="2800" b="1" dirty="0">
                <a:solidFill>
                  <a:srgbClr val="FFFFFF"/>
                </a:solidFill>
                <a:latin typeface="Segoe UI" panose="020B0502040204020203" pitchFamily="34" charset="0"/>
              </a:rPr>
              <a:t>GITHUB</a:t>
            </a:r>
            <a:endParaRPr lang="en-US" altLang="en-US" sz="2800" b="1" dirty="0">
              <a:solidFill>
                <a:srgbClr val="FFFFFF"/>
              </a:solidFill>
            </a:endParaRPr>
          </a:p>
        </p:txBody>
      </p:sp>
      <p:sp>
        <p:nvSpPr>
          <p:cNvPr id="19" name="TextBox 18">
            <a:extLst>
              <a:ext uri="{FF2B5EF4-FFF2-40B4-BE49-F238E27FC236}">
                <a16:creationId xmlns:a16="http://schemas.microsoft.com/office/drawing/2014/main" id="{96C7FCF2-303B-7A5F-60EC-5EFDEF598C9D}"/>
              </a:ext>
            </a:extLst>
          </p:cNvPr>
          <p:cNvSpPr txBox="1"/>
          <p:nvPr/>
        </p:nvSpPr>
        <p:spPr>
          <a:xfrm>
            <a:off x="257468" y="4024474"/>
            <a:ext cx="4462697" cy="523220"/>
          </a:xfrm>
          <a:prstGeom prst="rect">
            <a:avLst/>
          </a:prstGeom>
          <a:noFill/>
        </p:spPr>
        <p:txBody>
          <a:bodyPr wrap="none" rtlCol="0">
            <a:spAutoFit/>
          </a:bodyPr>
          <a:lstStyle/>
          <a:p>
            <a:r>
              <a:rPr lang="en-US" altLang="en-US" sz="2800" b="1" dirty="0">
                <a:solidFill>
                  <a:srgbClr val="FFFFFF"/>
                </a:solidFill>
                <a:latin typeface="Segoe UI" panose="020B0502040204020203" pitchFamily="34" charset="0"/>
              </a:rPr>
              <a:t>RETRO &amp; PERFORMANCE</a:t>
            </a:r>
            <a:endParaRPr lang="en-US" altLang="en-US" sz="2800" b="1" dirty="0">
              <a:solidFill>
                <a:srgbClr val="FFFFFF"/>
              </a:solidFill>
            </a:endParaRPr>
          </a:p>
        </p:txBody>
      </p:sp>
    </p:spTree>
    <p:extLst>
      <p:ext uri="{BB962C8B-B14F-4D97-AF65-F5344CB8AC3E}">
        <p14:creationId xmlns:p14="http://schemas.microsoft.com/office/powerpoint/2010/main" val="3492947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76E9E7-CB2F-1EC9-7DA0-C5016C05461C}"/>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8">
            <a:extLst>
              <a:ext uri="{FF2B5EF4-FFF2-40B4-BE49-F238E27FC236}">
                <a16:creationId xmlns:a16="http://schemas.microsoft.com/office/drawing/2014/main" id="{2488147D-DA51-CF63-6F58-DF6001005923}"/>
              </a:ext>
            </a:extLst>
          </p:cNvPr>
          <p:cNvSpPr txBox="1"/>
          <p:nvPr/>
        </p:nvSpPr>
        <p:spPr>
          <a:xfrm>
            <a:off x="512381" y="12683"/>
            <a:ext cx="9795638" cy="111438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000" b="1" dirty="0">
                <a:solidFill>
                  <a:srgbClr val="2C90C2"/>
                </a:solidFill>
                <a:latin typeface="Segoe UI" panose="020B0502040204020203" pitchFamily="34" charset="0"/>
                <a:cs typeface="Segoe UI" panose="020B0502040204020203" pitchFamily="34" charset="0"/>
                <a:sym typeface="TT Chocolates Bold"/>
              </a:rPr>
              <a:t>ARCHITECTURE</a:t>
            </a:r>
          </a:p>
        </p:txBody>
      </p:sp>
      <p:pic>
        <p:nvPicPr>
          <p:cNvPr id="12" name="Picture 11" descr="architecture_diagram.png">
            <a:extLst>
              <a:ext uri="{FF2B5EF4-FFF2-40B4-BE49-F238E27FC236}">
                <a16:creationId xmlns:a16="http://schemas.microsoft.com/office/drawing/2014/main" id="{E140F3D8-BA57-5C83-6A97-65D71E2CFA5C}"/>
              </a:ext>
            </a:extLst>
          </p:cNvPr>
          <p:cNvPicPr>
            <a:picLocks noChangeAspect="1"/>
          </p:cNvPicPr>
          <p:nvPr/>
        </p:nvPicPr>
        <p:blipFill>
          <a:blip r:embed="rId3"/>
          <a:srcRect l="2397" t="3199" r="2182" b="3921"/>
          <a:stretch>
            <a:fillRect/>
          </a:stretch>
        </p:blipFill>
        <p:spPr>
          <a:xfrm>
            <a:off x="181234" y="2353050"/>
            <a:ext cx="6001271" cy="2701674"/>
          </a:xfrm>
          <a:prstGeom prst="rect">
            <a:avLst/>
          </a:prstGeom>
        </p:spPr>
      </p:pic>
      <p:pic>
        <p:nvPicPr>
          <p:cNvPr id="2" name="Picture 1" descr="1777233750431_image.png">
            <a:extLst>
              <a:ext uri="{FF2B5EF4-FFF2-40B4-BE49-F238E27FC236}">
                <a16:creationId xmlns:a16="http://schemas.microsoft.com/office/drawing/2014/main" id="{01DEC95E-83B4-FDA8-3ABE-8D5D7BFD388E}"/>
              </a:ext>
            </a:extLst>
          </p:cNvPr>
          <p:cNvPicPr>
            <a:picLocks noChangeAspect="1"/>
          </p:cNvPicPr>
          <p:nvPr/>
        </p:nvPicPr>
        <p:blipFill>
          <a:blip r:embed="rId4"/>
          <a:srcRect r="2369"/>
          <a:stretch>
            <a:fillRect/>
          </a:stretch>
        </p:blipFill>
        <p:spPr>
          <a:xfrm>
            <a:off x="6182505" y="2642746"/>
            <a:ext cx="5690181" cy="2200168"/>
          </a:xfrm>
          <a:prstGeom prst="rect">
            <a:avLst/>
          </a:prstGeom>
        </p:spPr>
      </p:pic>
      <p:pic>
        <p:nvPicPr>
          <p:cNvPr id="11" name="Picture 10">
            <a:extLst>
              <a:ext uri="{FF2B5EF4-FFF2-40B4-BE49-F238E27FC236}">
                <a16:creationId xmlns:a16="http://schemas.microsoft.com/office/drawing/2014/main" id="{F4621894-A6B2-AE10-290A-1011F1832A52}"/>
              </a:ext>
            </a:extLst>
          </p:cNvPr>
          <p:cNvPicPr>
            <a:picLocks noChangeAspect="1"/>
          </p:cNvPicPr>
          <p:nvPr/>
        </p:nvPicPr>
        <p:blipFill>
          <a:blip r:embed="rId5"/>
          <a:srcRect l="8570" t="6529" r="4513" b="10469"/>
          <a:stretch>
            <a:fillRect/>
          </a:stretch>
        </p:blipFill>
        <p:spPr>
          <a:xfrm>
            <a:off x="11359576" y="80042"/>
            <a:ext cx="696550" cy="676648"/>
          </a:xfrm>
          <a:prstGeom prst="rect">
            <a:avLst/>
          </a:prstGeom>
        </p:spPr>
      </p:pic>
    </p:spTree>
    <p:extLst>
      <p:ext uri="{BB962C8B-B14F-4D97-AF65-F5344CB8AC3E}">
        <p14:creationId xmlns:p14="http://schemas.microsoft.com/office/powerpoint/2010/main" val="61423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E3F7C-691C-393B-6874-DA792263DB9B}"/>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58489D69-AE49-E4E4-34B0-7BB571034E67}"/>
              </a:ext>
            </a:extLst>
          </p:cNvPr>
          <p:cNvPicPr>
            <a:picLocks noChangeAspect="1"/>
          </p:cNvPicPr>
          <p:nvPr/>
        </p:nvPicPr>
        <p:blipFill>
          <a:blip r:embed="rId3"/>
          <a:stretch>
            <a:fillRect/>
          </a:stretch>
        </p:blipFill>
        <p:spPr>
          <a:xfrm>
            <a:off x="1180268" y="1944373"/>
            <a:ext cx="9473072" cy="676648"/>
          </a:xfrm>
          <a:prstGeom prst="rect">
            <a:avLst/>
          </a:prstGeom>
        </p:spPr>
      </p:pic>
      <p:sp>
        <p:nvSpPr>
          <p:cNvPr id="10" name="TextBox 18">
            <a:extLst>
              <a:ext uri="{FF2B5EF4-FFF2-40B4-BE49-F238E27FC236}">
                <a16:creationId xmlns:a16="http://schemas.microsoft.com/office/drawing/2014/main" id="{13E9FD93-8309-9724-6FC7-D7DA6A2AE97B}"/>
              </a:ext>
            </a:extLst>
          </p:cNvPr>
          <p:cNvSpPr txBox="1"/>
          <p:nvPr/>
        </p:nvSpPr>
        <p:spPr>
          <a:xfrm>
            <a:off x="484148" y="204362"/>
            <a:ext cx="5611852" cy="1538883"/>
          </a:xfrm>
          <a:prstGeom prst="rect">
            <a:avLst/>
          </a:prstGeom>
        </p:spPr>
        <p:txBody>
          <a:bodyPr wrap="square" lIns="0" tIns="0" rIns="0" bIns="0" rtlCol="0" anchor="t">
            <a:spAutoFit/>
          </a:bodyPr>
          <a:lstStyle/>
          <a:p>
            <a:r>
              <a:rPr lang="en-US" sz="5000" b="1" dirty="0">
                <a:solidFill>
                  <a:srgbClr val="2C90C2"/>
                </a:solidFill>
                <a:latin typeface="Segoe UI" panose="020B0502040204020203" pitchFamily="34" charset="0"/>
                <a:cs typeface="Segoe UI" panose="020B0502040204020203" pitchFamily="34" charset="0"/>
                <a:sym typeface="TT Chocolates Bold"/>
              </a:rPr>
              <a:t>Implementation &amp; Testing</a:t>
            </a:r>
          </a:p>
        </p:txBody>
      </p:sp>
      <p:pic>
        <p:nvPicPr>
          <p:cNvPr id="11" name="Picture 10">
            <a:extLst>
              <a:ext uri="{FF2B5EF4-FFF2-40B4-BE49-F238E27FC236}">
                <a16:creationId xmlns:a16="http://schemas.microsoft.com/office/drawing/2014/main" id="{12620AF1-1F06-8EE8-F8C0-7E3708D401C4}"/>
              </a:ext>
            </a:extLst>
          </p:cNvPr>
          <p:cNvPicPr>
            <a:picLocks noChangeAspect="1"/>
          </p:cNvPicPr>
          <p:nvPr/>
        </p:nvPicPr>
        <p:blipFill>
          <a:blip r:embed="rId4"/>
          <a:srcRect l="8570" t="6529" r="4513" b="10469"/>
          <a:stretch>
            <a:fillRect/>
          </a:stretch>
        </p:blipFill>
        <p:spPr>
          <a:xfrm>
            <a:off x="11359576" y="80042"/>
            <a:ext cx="696550" cy="676648"/>
          </a:xfrm>
          <a:prstGeom prst="rect">
            <a:avLst/>
          </a:prstGeom>
        </p:spPr>
      </p:pic>
      <p:pic>
        <p:nvPicPr>
          <p:cNvPr id="12" name="Picture 11">
            <a:extLst>
              <a:ext uri="{FF2B5EF4-FFF2-40B4-BE49-F238E27FC236}">
                <a16:creationId xmlns:a16="http://schemas.microsoft.com/office/drawing/2014/main" id="{2EC83807-1317-F073-553C-54D8D5E6DE56}"/>
              </a:ext>
            </a:extLst>
          </p:cNvPr>
          <p:cNvPicPr>
            <a:picLocks noChangeAspect="1"/>
          </p:cNvPicPr>
          <p:nvPr/>
        </p:nvPicPr>
        <p:blipFill>
          <a:blip r:embed="rId5"/>
          <a:stretch>
            <a:fillRect/>
          </a:stretch>
        </p:blipFill>
        <p:spPr>
          <a:xfrm>
            <a:off x="141304" y="3001120"/>
            <a:ext cx="6700361" cy="3255930"/>
          </a:xfrm>
          <a:prstGeom prst="rect">
            <a:avLst/>
          </a:prstGeom>
        </p:spPr>
      </p:pic>
      <p:pic>
        <p:nvPicPr>
          <p:cNvPr id="14" name="Picture 13">
            <a:extLst>
              <a:ext uri="{FF2B5EF4-FFF2-40B4-BE49-F238E27FC236}">
                <a16:creationId xmlns:a16="http://schemas.microsoft.com/office/drawing/2014/main" id="{DD9F765B-D947-0AC6-12DC-6A187BC8EEFB}"/>
              </a:ext>
            </a:extLst>
          </p:cNvPr>
          <p:cNvPicPr>
            <a:picLocks noChangeAspect="1"/>
          </p:cNvPicPr>
          <p:nvPr/>
        </p:nvPicPr>
        <p:blipFill>
          <a:blip r:embed="rId6"/>
          <a:stretch>
            <a:fillRect/>
          </a:stretch>
        </p:blipFill>
        <p:spPr>
          <a:xfrm>
            <a:off x="6936667" y="3001120"/>
            <a:ext cx="4933498" cy="3587999"/>
          </a:xfrm>
          <a:prstGeom prst="rect">
            <a:avLst/>
          </a:prstGeom>
        </p:spPr>
      </p:pic>
    </p:spTree>
    <p:extLst>
      <p:ext uri="{BB962C8B-B14F-4D97-AF65-F5344CB8AC3E}">
        <p14:creationId xmlns:p14="http://schemas.microsoft.com/office/powerpoint/2010/main" val="4112211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44C65-2FA9-8880-8F01-8C8C1AE4D0F4}"/>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B9FE3C5C-74D8-A64B-FE86-A26AAC5A331B}"/>
              </a:ext>
            </a:extLst>
          </p:cNvPr>
          <p:cNvSpPr/>
          <p:nvPr/>
        </p:nvSpPr>
        <p:spPr>
          <a:xfrm>
            <a:off x="380013" y="1940036"/>
            <a:ext cx="3182584" cy="3674571"/>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10" name="TextBox 18">
            <a:extLst>
              <a:ext uri="{FF2B5EF4-FFF2-40B4-BE49-F238E27FC236}">
                <a16:creationId xmlns:a16="http://schemas.microsoft.com/office/drawing/2014/main" id="{7808C0A8-C2D0-F311-44F0-EE7DD1C6A8B0}"/>
              </a:ext>
            </a:extLst>
          </p:cNvPr>
          <p:cNvSpPr txBox="1"/>
          <p:nvPr/>
        </p:nvSpPr>
        <p:spPr>
          <a:xfrm>
            <a:off x="4550532" y="646468"/>
            <a:ext cx="3470945" cy="769441"/>
          </a:xfrm>
          <a:prstGeom prst="rect">
            <a:avLst/>
          </a:prstGeom>
        </p:spPr>
        <p:txBody>
          <a:bodyPr wrap="square" lIns="0" tIns="0" rIns="0" bIns="0" rtlCol="0" anchor="t">
            <a:spAutoFit/>
          </a:bodyPr>
          <a:lstStyle/>
          <a:p>
            <a:r>
              <a:rPr lang="en-US" sz="5000" b="1" dirty="0">
                <a:solidFill>
                  <a:srgbClr val="2C90C2"/>
                </a:solidFill>
                <a:latin typeface="Segoe UI" panose="020B0502040204020203" pitchFamily="34" charset="0"/>
                <a:cs typeface="Segoe UI" panose="020B0502040204020203" pitchFamily="34" charset="0"/>
                <a:sym typeface="TT Chocolates Bold"/>
              </a:rPr>
              <a:t>Challenges</a:t>
            </a:r>
          </a:p>
        </p:txBody>
      </p:sp>
      <p:sp>
        <p:nvSpPr>
          <p:cNvPr id="2" name="TextBox 1">
            <a:extLst>
              <a:ext uri="{FF2B5EF4-FFF2-40B4-BE49-F238E27FC236}">
                <a16:creationId xmlns:a16="http://schemas.microsoft.com/office/drawing/2014/main" id="{2E373CC0-C037-093E-6F6D-A688B657E569}"/>
              </a:ext>
            </a:extLst>
          </p:cNvPr>
          <p:cNvSpPr txBox="1"/>
          <p:nvPr/>
        </p:nvSpPr>
        <p:spPr>
          <a:xfrm>
            <a:off x="734902" y="2055109"/>
            <a:ext cx="2174552" cy="954107"/>
          </a:xfrm>
          <a:prstGeom prst="rect">
            <a:avLst/>
          </a:prstGeom>
          <a:noFill/>
        </p:spPr>
        <p:txBody>
          <a:bodyPr wrap="square" rtlCol="0">
            <a:spAutoFit/>
          </a:bodyPr>
          <a:lstStyle/>
          <a:p>
            <a:pPr fontAlgn="base">
              <a:spcBef>
                <a:spcPct val="0"/>
              </a:spcBef>
              <a:spcAft>
                <a:spcPct val="0"/>
              </a:spcAft>
            </a:pPr>
            <a:r>
              <a:rPr lang="en-US" altLang="en-US" sz="2800" b="1" dirty="0">
                <a:solidFill>
                  <a:srgbClr val="FFFFFF"/>
                </a:solidFill>
                <a:latin typeface="Segoe UI" panose="020B0502040204020203" pitchFamily="34" charset="0"/>
              </a:rPr>
              <a:t>Sim-to-Real Gap</a:t>
            </a:r>
          </a:p>
        </p:txBody>
      </p:sp>
      <p:sp>
        <p:nvSpPr>
          <p:cNvPr id="4" name="Rounded Rectangle 3">
            <a:extLst>
              <a:ext uri="{FF2B5EF4-FFF2-40B4-BE49-F238E27FC236}">
                <a16:creationId xmlns:a16="http://schemas.microsoft.com/office/drawing/2014/main" id="{30607201-A272-383D-2B72-6F2FB1B47F92}"/>
              </a:ext>
            </a:extLst>
          </p:cNvPr>
          <p:cNvSpPr/>
          <p:nvPr/>
        </p:nvSpPr>
        <p:spPr>
          <a:xfrm>
            <a:off x="4463143" y="1940036"/>
            <a:ext cx="3182584" cy="3674571"/>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5" name="TextBox 4">
            <a:extLst>
              <a:ext uri="{FF2B5EF4-FFF2-40B4-BE49-F238E27FC236}">
                <a16:creationId xmlns:a16="http://schemas.microsoft.com/office/drawing/2014/main" id="{69E5C914-B8CE-D762-36F8-C042A8657DA8}"/>
              </a:ext>
            </a:extLst>
          </p:cNvPr>
          <p:cNvSpPr txBox="1"/>
          <p:nvPr/>
        </p:nvSpPr>
        <p:spPr>
          <a:xfrm>
            <a:off x="4818032" y="2055109"/>
            <a:ext cx="2935946" cy="954107"/>
          </a:xfrm>
          <a:prstGeom prst="rect">
            <a:avLst/>
          </a:prstGeom>
          <a:noFill/>
        </p:spPr>
        <p:txBody>
          <a:bodyPr wrap="square" rtlCol="0">
            <a:spAutoFit/>
          </a:bodyPr>
          <a:lstStyle/>
          <a:p>
            <a:pPr fontAlgn="base">
              <a:spcBef>
                <a:spcPct val="0"/>
              </a:spcBef>
              <a:spcAft>
                <a:spcPct val="0"/>
              </a:spcAft>
            </a:pPr>
            <a:r>
              <a:rPr lang="en-US" altLang="en-US" sz="2800" b="1" dirty="0">
                <a:solidFill>
                  <a:srgbClr val="FFFFFF"/>
                </a:solidFill>
                <a:latin typeface="Segoe UI" panose="020B0502040204020203" pitchFamily="34" charset="0"/>
              </a:rPr>
              <a:t>Root Compromises</a:t>
            </a:r>
          </a:p>
        </p:txBody>
      </p:sp>
      <p:sp>
        <p:nvSpPr>
          <p:cNvPr id="6" name="Rounded Rectangle 5">
            <a:extLst>
              <a:ext uri="{FF2B5EF4-FFF2-40B4-BE49-F238E27FC236}">
                <a16:creationId xmlns:a16="http://schemas.microsoft.com/office/drawing/2014/main" id="{E97D3132-4324-E25B-4DEE-C2ACDEC91136}"/>
              </a:ext>
            </a:extLst>
          </p:cNvPr>
          <p:cNvSpPr/>
          <p:nvPr/>
        </p:nvSpPr>
        <p:spPr>
          <a:xfrm>
            <a:off x="8546273" y="1940036"/>
            <a:ext cx="3182584" cy="3674571"/>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7" name="TextBox 6">
            <a:extLst>
              <a:ext uri="{FF2B5EF4-FFF2-40B4-BE49-F238E27FC236}">
                <a16:creationId xmlns:a16="http://schemas.microsoft.com/office/drawing/2014/main" id="{94CD1D1F-71F1-C92C-9FA1-CD9AA9C50321}"/>
              </a:ext>
            </a:extLst>
          </p:cNvPr>
          <p:cNvSpPr txBox="1"/>
          <p:nvPr/>
        </p:nvSpPr>
        <p:spPr>
          <a:xfrm>
            <a:off x="8901162" y="2055109"/>
            <a:ext cx="2935946" cy="954107"/>
          </a:xfrm>
          <a:prstGeom prst="rect">
            <a:avLst/>
          </a:prstGeom>
          <a:noFill/>
        </p:spPr>
        <p:txBody>
          <a:bodyPr wrap="square" rtlCol="0">
            <a:spAutoFit/>
          </a:bodyPr>
          <a:lstStyle/>
          <a:p>
            <a:pPr fontAlgn="base">
              <a:spcBef>
                <a:spcPct val="0"/>
              </a:spcBef>
              <a:spcAft>
                <a:spcPct val="0"/>
              </a:spcAft>
            </a:pPr>
            <a:r>
              <a:rPr lang="en-US" altLang="en-US" sz="2800" b="1" dirty="0">
                <a:solidFill>
                  <a:srgbClr val="FFFFFF"/>
                </a:solidFill>
                <a:latin typeface="Segoe UI" panose="020B0502040204020203" pitchFamily="34" charset="0"/>
              </a:rPr>
              <a:t>Train from Scratch</a:t>
            </a:r>
          </a:p>
        </p:txBody>
      </p:sp>
      <p:pic>
        <p:nvPicPr>
          <p:cNvPr id="15" name="Picture 14">
            <a:extLst>
              <a:ext uri="{FF2B5EF4-FFF2-40B4-BE49-F238E27FC236}">
                <a16:creationId xmlns:a16="http://schemas.microsoft.com/office/drawing/2014/main" id="{38420B09-D278-0935-D357-FB91E6387E77}"/>
              </a:ext>
            </a:extLst>
          </p:cNvPr>
          <p:cNvPicPr>
            <a:picLocks noChangeAspect="1"/>
          </p:cNvPicPr>
          <p:nvPr/>
        </p:nvPicPr>
        <p:blipFill>
          <a:blip r:embed="rId3"/>
          <a:srcRect l="8570" t="6529" r="4513" b="10469"/>
          <a:stretch>
            <a:fillRect/>
          </a:stretch>
        </p:blipFill>
        <p:spPr>
          <a:xfrm>
            <a:off x="11359576" y="80042"/>
            <a:ext cx="696550" cy="676648"/>
          </a:xfrm>
          <a:prstGeom prst="rect">
            <a:avLst/>
          </a:prstGeom>
        </p:spPr>
      </p:pic>
      <p:sp>
        <p:nvSpPr>
          <p:cNvPr id="8" name="TextBox 7">
            <a:extLst>
              <a:ext uri="{FF2B5EF4-FFF2-40B4-BE49-F238E27FC236}">
                <a16:creationId xmlns:a16="http://schemas.microsoft.com/office/drawing/2014/main" id="{37DEBCBA-EBD4-47F9-63CD-4350D63D2D03}"/>
              </a:ext>
            </a:extLst>
          </p:cNvPr>
          <p:cNvSpPr txBox="1"/>
          <p:nvPr/>
        </p:nvSpPr>
        <p:spPr>
          <a:xfrm>
            <a:off x="453502" y="3009216"/>
            <a:ext cx="2827695" cy="2246769"/>
          </a:xfrm>
          <a:prstGeom prst="rect">
            <a:avLst/>
          </a:prstGeom>
          <a:noFill/>
        </p:spPr>
        <p:txBody>
          <a:bodyPr wrap="square" rtlCol="0">
            <a:spAutoFit/>
          </a:bodyPr>
          <a:lstStyle/>
          <a:p>
            <a:pPr marL="342900" indent="-342900" fontAlgn="base">
              <a:spcBef>
                <a:spcPct val="0"/>
              </a:spcBef>
              <a:spcAft>
                <a:spcPct val="0"/>
              </a:spcAft>
              <a:buFont typeface="Arial" panose="020B0604020202020204" pitchFamily="34" charset="0"/>
              <a:buChar char="•"/>
            </a:pPr>
            <a:r>
              <a:rPr lang="en-US" altLang="en-US" sz="2000" b="1" dirty="0">
                <a:solidFill>
                  <a:srgbClr val="FFFFFF"/>
                </a:solidFill>
                <a:latin typeface="Segoe UI" panose="020B0502040204020203" pitchFamily="34" charset="0"/>
              </a:rPr>
              <a:t>20% Actions Wasted</a:t>
            </a:r>
          </a:p>
          <a:p>
            <a:pPr marL="342900" indent="-342900" fontAlgn="base">
              <a:spcBef>
                <a:spcPct val="0"/>
              </a:spcBef>
              <a:spcAft>
                <a:spcPct val="0"/>
              </a:spcAft>
              <a:buFont typeface="Arial" panose="020B0604020202020204" pitchFamily="34" charset="0"/>
              <a:buChar char="•"/>
            </a:pPr>
            <a:r>
              <a:rPr lang="en-US" altLang="en-US" sz="2000" b="1" dirty="0">
                <a:solidFill>
                  <a:srgbClr val="FFFFFF"/>
                </a:solidFill>
                <a:latin typeface="Segoe UI" panose="020B0502040204020203" pitchFamily="34" charset="0"/>
              </a:rPr>
              <a:t>Sample()</a:t>
            </a:r>
          </a:p>
          <a:p>
            <a:pPr marL="342900" indent="-342900" fontAlgn="base">
              <a:spcBef>
                <a:spcPct val="0"/>
              </a:spcBef>
              <a:spcAft>
                <a:spcPct val="0"/>
              </a:spcAft>
              <a:buFont typeface="Arial" panose="020B0604020202020204" pitchFamily="34" charset="0"/>
              <a:buChar char="•"/>
            </a:pPr>
            <a:r>
              <a:rPr lang="en-US" altLang="en-US" sz="2000" b="1" dirty="0">
                <a:solidFill>
                  <a:srgbClr val="FFFFFF"/>
                </a:solidFill>
                <a:latin typeface="Segoe UI" panose="020B0502040204020203" pitchFamily="34" charset="0"/>
              </a:rPr>
              <a:t>Research Papers – Huang &amp; </a:t>
            </a:r>
            <a:r>
              <a:rPr lang="en-IE" sz="2000" b="1" dirty="0" err="1">
                <a:solidFill>
                  <a:srgbClr val="FFFFFF"/>
                </a:solidFill>
                <a:latin typeface="Segoe UI" panose="020B0502040204020203" pitchFamily="34" charset="0"/>
              </a:rPr>
              <a:t>Ontañón</a:t>
            </a:r>
            <a:r>
              <a:rPr lang="en-IE" sz="2000" b="1" dirty="0">
                <a:solidFill>
                  <a:srgbClr val="FFFFFF"/>
                </a:solidFill>
                <a:latin typeface="Segoe UI" panose="020B0502040204020203" pitchFamily="34" charset="0"/>
              </a:rPr>
              <a:t> 2022 and Wilson et al. 2024.</a:t>
            </a:r>
            <a:endParaRPr lang="en-US" altLang="en-US" sz="2000" b="1" dirty="0">
              <a:solidFill>
                <a:srgbClr val="FFFFFF"/>
              </a:solidFill>
              <a:latin typeface="Segoe UI" panose="020B0502040204020203" pitchFamily="34" charset="0"/>
            </a:endParaRPr>
          </a:p>
        </p:txBody>
      </p:sp>
      <p:sp>
        <p:nvSpPr>
          <p:cNvPr id="9" name="TextBox 8">
            <a:extLst>
              <a:ext uri="{FF2B5EF4-FFF2-40B4-BE49-F238E27FC236}">
                <a16:creationId xmlns:a16="http://schemas.microsoft.com/office/drawing/2014/main" id="{E1B0C4EB-02CB-15B9-67CC-2E8116EEDB7F}"/>
              </a:ext>
            </a:extLst>
          </p:cNvPr>
          <p:cNvSpPr txBox="1"/>
          <p:nvPr/>
        </p:nvSpPr>
        <p:spPr>
          <a:xfrm>
            <a:off x="4510127" y="3009216"/>
            <a:ext cx="2827695" cy="1323439"/>
          </a:xfrm>
          <a:prstGeom prst="rect">
            <a:avLst/>
          </a:prstGeom>
          <a:noFill/>
        </p:spPr>
        <p:txBody>
          <a:bodyPr wrap="square" rtlCol="0">
            <a:spAutoFit/>
          </a:bodyPr>
          <a:lstStyle/>
          <a:p>
            <a:pPr marL="342900" indent="-342900" fontAlgn="base">
              <a:spcBef>
                <a:spcPct val="0"/>
              </a:spcBef>
              <a:spcAft>
                <a:spcPct val="0"/>
              </a:spcAft>
              <a:buFont typeface="Arial" panose="020B0604020202020204" pitchFamily="34" charset="0"/>
              <a:buChar char="•"/>
            </a:pPr>
            <a:r>
              <a:rPr lang="en-US" altLang="en-US" sz="2000" b="1" dirty="0">
                <a:solidFill>
                  <a:srgbClr val="FFFFFF"/>
                </a:solidFill>
                <a:latin typeface="Segoe UI" panose="020B0502040204020203" pitchFamily="34" charset="0"/>
              </a:rPr>
              <a:t>User-level only</a:t>
            </a:r>
          </a:p>
          <a:p>
            <a:pPr marL="342900" indent="-342900" fontAlgn="base">
              <a:spcBef>
                <a:spcPct val="0"/>
              </a:spcBef>
              <a:spcAft>
                <a:spcPct val="0"/>
              </a:spcAft>
              <a:buFont typeface="Arial" panose="020B0604020202020204" pitchFamily="34" charset="0"/>
              <a:buChar char="•"/>
            </a:pPr>
            <a:r>
              <a:rPr lang="en-IE" altLang="en-US" sz="2000" b="1" dirty="0">
                <a:solidFill>
                  <a:srgbClr val="FFFFFF"/>
                </a:solidFill>
                <a:latin typeface="Segoe UI" panose="020B0502040204020203" pitchFamily="34" charset="0"/>
              </a:rPr>
              <a:t>Restore same host</a:t>
            </a:r>
          </a:p>
          <a:p>
            <a:pPr marL="342900" indent="-342900" fontAlgn="base">
              <a:spcBef>
                <a:spcPct val="0"/>
              </a:spcBef>
              <a:spcAft>
                <a:spcPct val="0"/>
              </a:spcAft>
              <a:buFont typeface="Arial" panose="020B0604020202020204" pitchFamily="34" charset="0"/>
              <a:buChar char="•"/>
            </a:pPr>
            <a:r>
              <a:rPr lang="en-IE" altLang="en-US" sz="2000" b="1" dirty="0">
                <a:solidFill>
                  <a:srgbClr val="FFFFFF"/>
                </a:solidFill>
                <a:latin typeface="Segoe UI" panose="020B0502040204020203" pitchFamily="34" charset="0"/>
              </a:rPr>
              <a:t>Match </a:t>
            </a:r>
            <a:r>
              <a:rPr lang="en-IE" altLang="en-US" sz="2000" b="1" dirty="0" err="1">
                <a:solidFill>
                  <a:srgbClr val="FFFFFF"/>
                </a:solidFill>
                <a:latin typeface="Segoe UI" panose="020B0502040204020203" pitchFamily="34" charset="0"/>
              </a:rPr>
              <a:t>CybORG</a:t>
            </a:r>
            <a:r>
              <a:rPr lang="en-IE" altLang="en-US" sz="2000" b="1" dirty="0">
                <a:solidFill>
                  <a:srgbClr val="FFFFFF"/>
                </a:solidFill>
                <a:latin typeface="Segoe UI" panose="020B0502040204020203" pitchFamily="34" charset="0"/>
              </a:rPr>
              <a:t> Re-imaging</a:t>
            </a:r>
            <a:endParaRPr lang="en-US" altLang="en-US" sz="2000" b="1" dirty="0">
              <a:solidFill>
                <a:srgbClr val="FFFFFF"/>
              </a:solidFill>
              <a:latin typeface="Segoe UI" panose="020B0502040204020203" pitchFamily="34" charset="0"/>
            </a:endParaRPr>
          </a:p>
        </p:txBody>
      </p:sp>
      <p:sp>
        <p:nvSpPr>
          <p:cNvPr id="11" name="TextBox 10">
            <a:extLst>
              <a:ext uri="{FF2B5EF4-FFF2-40B4-BE49-F238E27FC236}">
                <a16:creationId xmlns:a16="http://schemas.microsoft.com/office/drawing/2014/main" id="{F19B33D1-3164-8FA3-B5F7-F3A38414AB93}"/>
              </a:ext>
            </a:extLst>
          </p:cNvPr>
          <p:cNvSpPr txBox="1"/>
          <p:nvPr/>
        </p:nvSpPr>
        <p:spPr>
          <a:xfrm>
            <a:off x="8546273" y="3124289"/>
            <a:ext cx="2827695" cy="2246769"/>
          </a:xfrm>
          <a:prstGeom prst="rect">
            <a:avLst/>
          </a:prstGeom>
          <a:noFill/>
        </p:spPr>
        <p:txBody>
          <a:bodyPr wrap="square" rtlCol="0">
            <a:spAutoFit/>
          </a:bodyPr>
          <a:lstStyle/>
          <a:p>
            <a:pPr marL="342900" indent="-342900" fontAlgn="base">
              <a:spcBef>
                <a:spcPct val="0"/>
              </a:spcBef>
              <a:spcAft>
                <a:spcPct val="0"/>
              </a:spcAft>
              <a:buFont typeface="Arial" panose="020B0604020202020204" pitchFamily="34" charset="0"/>
              <a:buChar char="•"/>
            </a:pPr>
            <a:r>
              <a:rPr lang="en-IE" altLang="en-US" sz="2000" b="1" dirty="0">
                <a:solidFill>
                  <a:srgbClr val="FFFFFF"/>
                </a:solidFill>
                <a:latin typeface="Segoe UI" panose="020B0502040204020203" pitchFamily="34" charset="0"/>
              </a:rPr>
              <a:t>Attempted to train PPO agent</a:t>
            </a:r>
          </a:p>
          <a:p>
            <a:pPr marL="342900" indent="-342900" fontAlgn="base">
              <a:spcBef>
                <a:spcPct val="0"/>
              </a:spcBef>
              <a:spcAft>
                <a:spcPct val="0"/>
              </a:spcAft>
              <a:buFont typeface="Arial" panose="020B0604020202020204" pitchFamily="34" charset="0"/>
              <a:buChar char="•"/>
            </a:pPr>
            <a:r>
              <a:rPr lang="en-IE" altLang="en-US" sz="2000" b="1" dirty="0">
                <a:solidFill>
                  <a:srgbClr val="FFFFFF"/>
                </a:solidFill>
                <a:latin typeface="Segoe UI" panose="020B0502040204020203" pitchFamily="34" charset="0"/>
              </a:rPr>
              <a:t>Ran 88 minutes with -3.5k reward</a:t>
            </a:r>
          </a:p>
          <a:p>
            <a:pPr marL="342900" indent="-342900" fontAlgn="base">
              <a:spcBef>
                <a:spcPct val="0"/>
              </a:spcBef>
              <a:spcAft>
                <a:spcPct val="0"/>
              </a:spcAft>
              <a:buFont typeface="Arial" panose="020B0604020202020204" pitchFamily="34" charset="0"/>
              <a:buChar char="•"/>
            </a:pPr>
            <a:r>
              <a:rPr lang="en-IE" altLang="en-US" sz="2000" b="1" dirty="0">
                <a:solidFill>
                  <a:srgbClr val="FFFFFF"/>
                </a:solidFill>
                <a:latin typeface="Segoe UI" panose="020B0502040204020203" pitchFamily="34" charset="0"/>
              </a:rPr>
              <a:t>Inference pivot due to limitations</a:t>
            </a:r>
          </a:p>
          <a:p>
            <a:pPr marL="342900" indent="-342900" fontAlgn="base">
              <a:spcBef>
                <a:spcPct val="0"/>
              </a:spcBef>
              <a:spcAft>
                <a:spcPct val="0"/>
              </a:spcAft>
              <a:buFont typeface="Arial" panose="020B0604020202020204" pitchFamily="34" charset="0"/>
              <a:buChar char="•"/>
            </a:pPr>
            <a:endParaRPr lang="en-US" altLang="en-US" sz="2000" b="1" dirty="0">
              <a:solidFill>
                <a:srgbClr val="FFFFFF"/>
              </a:solidFill>
              <a:latin typeface="Segoe UI" panose="020B0502040204020203" pitchFamily="34" charset="0"/>
            </a:endParaRPr>
          </a:p>
        </p:txBody>
      </p:sp>
    </p:spTree>
    <p:extLst>
      <p:ext uri="{BB962C8B-B14F-4D97-AF65-F5344CB8AC3E}">
        <p14:creationId xmlns:p14="http://schemas.microsoft.com/office/powerpoint/2010/main" val="3063163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95E9B-02D1-2472-3315-5C43817A350B}"/>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14B98339-2EC5-F778-6C35-46D525CBB94C}"/>
              </a:ext>
            </a:extLst>
          </p:cNvPr>
          <p:cNvSpPr/>
          <p:nvPr/>
        </p:nvSpPr>
        <p:spPr>
          <a:xfrm>
            <a:off x="7367451" y="4265106"/>
            <a:ext cx="4687588" cy="2505563"/>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4" name="Rounded Rectangle 3">
            <a:extLst>
              <a:ext uri="{FF2B5EF4-FFF2-40B4-BE49-F238E27FC236}">
                <a16:creationId xmlns:a16="http://schemas.microsoft.com/office/drawing/2014/main" id="{F307BF9F-25FE-FC1B-F413-2692E56ED5A0}"/>
              </a:ext>
            </a:extLst>
          </p:cNvPr>
          <p:cNvSpPr/>
          <p:nvPr/>
        </p:nvSpPr>
        <p:spPr>
          <a:xfrm>
            <a:off x="135874" y="4265107"/>
            <a:ext cx="7055028" cy="2505563"/>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3" name="Rounded Rectangle 2">
            <a:extLst>
              <a:ext uri="{FF2B5EF4-FFF2-40B4-BE49-F238E27FC236}">
                <a16:creationId xmlns:a16="http://schemas.microsoft.com/office/drawing/2014/main" id="{E2811F30-9D05-9847-9152-3B58D61CEE62}"/>
              </a:ext>
            </a:extLst>
          </p:cNvPr>
          <p:cNvSpPr/>
          <p:nvPr/>
        </p:nvSpPr>
        <p:spPr>
          <a:xfrm>
            <a:off x="5000011" y="1062446"/>
            <a:ext cx="7055028" cy="3040234"/>
          </a:xfrm>
          <a:prstGeom prst="roundRect">
            <a:avLst>
              <a:gd name="adj" fmla="val 6127"/>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2" name="Rounded Rectangle 1">
            <a:extLst>
              <a:ext uri="{FF2B5EF4-FFF2-40B4-BE49-F238E27FC236}">
                <a16:creationId xmlns:a16="http://schemas.microsoft.com/office/drawing/2014/main" id="{D1542C03-C5AF-EE16-D114-D9CBDA20B397}"/>
              </a:ext>
            </a:extLst>
          </p:cNvPr>
          <p:cNvSpPr/>
          <p:nvPr/>
        </p:nvSpPr>
        <p:spPr>
          <a:xfrm>
            <a:off x="136961" y="1062445"/>
            <a:ext cx="4687588" cy="3040236"/>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10" name="TextBox 18">
            <a:extLst>
              <a:ext uri="{FF2B5EF4-FFF2-40B4-BE49-F238E27FC236}">
                <a16:creationId xmlns:a16="http://schemas.microsoft.com/office/drawing/2014/main" id="{478F4E74-8BAB-3F25-7B74-3EE8004BEB07}"/>
              </a:ext>
            </a:extLst>
          </p:cNvPr>
          <p:cNvSpPr txBox="1"/>
          <p:nvPr/>
        </p:nvSpPr>
        <p:spPr>
          <a:xfrm>
            <a:off x="484148" y="204362"/>
            <a:ext cx="5151568" cy="769441"/>
          </a:xfrm>
          <a:prstGeom prst="rect">
            <a:avLst/>
          </a:prstGeom>
        </p:spPr>
        <p:txBody>
          <a:bodyPr wrap="square" lIns="0" tIns="0" rIns="0" bIns="0" rtlCol="0" anchor="t">
            <a:spAutoFit/>
          </a:bodyPr>
          <a:lstStyle/>
          <a:p>
            <a:r>
              <a:rPr lang="en-US" sz="5000" b="1" dirty="0">
                <a:solidFill>
                  <a:srgbClr val="2C90C2"/>
                </a:solidFill>
                <a:latin typeface="Segoe UI" panose="020B0502040204020203" pitchFamily="34" charset="0"/>
                <a:cs typeface="Segoe UI" panose="020B0502040204020203" pitchFamily="34" charset="0"/>
                <a:sym typeface="TT Chocolates Bold"/>
              </a:rPr>
              <a:t>Results</a:t>
            </a:r>
          </a:p>
        </p:txBody>
      </p:sp>
      <p:pic>
        <p:nvPicPr>
          <p:cNvPr id="11" name="Picture 10">
            <a:extLst>
              <a:ext uri="{FF2B5EF4-FFF2-40B4-BE49-F238E27FC236}">
                <a16:creationId xmlns:a16="http://schemas.microsoft.com/office/drawing/2014/main" id="{C2D4B9E9-385B-C5CA-C910-3478CFC8A8FC}"/>
              </a:ext>
            </a:extLst>
          </p:cNvPr>
          <p:cNvPicPr>
            <a:picLocks noChangeAspect="1"/>
          </p:cNvPicPr>
          <p:nvPr/>
        </p:nvPicPr>
        <p:blipFill>
          <a:blip r:embed="rId3"/>
          <a:srcRect l="8570" t="6529" r="4513" b="10469"/>
          <a:stretch>
            <a:fillRect/>
          </a:stretch>
        </p:blipFill>
        <p:spPr>
          <a:xfrm>
            <a:off x="11359576" y="80042"/>
            <a:ext cx="696550" cy="676648"/>
          </a:xfrm>
          <a:prstGeom prst="rect">
            <a:avLst/>
          </a:prstGeom>
        </p:spPr>
      </p:pic>
      <p:pic>
        <p:nvPicPr>
          <p:cNvPr id="12" name="Picture 11">
            <a:extLst>
              <a:ext uri="{FF2B5EF4-FFF2-40B4-BE49-F238E27FC236}">
                <a16:creationId xmlns:a16="http://schemas.microsoft.com/office/drawing/2014/main" id="{1388AA03-73B6-A7D8-D940-39ED1086FD59}"/>
              </a:ext>
            </a:extLst>
          </p:cNvPr>
          <p:cNvPicPr>
            <a:picLocks noChangeAspect="1"/>
          </p:cNvPicPr>
          <p:nvPr/>
        </p:nvPicPr>
        <p:blipFill>
          <a:blip r:embed="rId4"/>
          <a:stretch>
            <a:fillRect/>
          </a:stretch>
        </p:blipFill>
        <p:spPr>
          <a:xfrm>
            <a:off x="7490553" y="4767245"/>
            <a:ext cx="3461625" cy="1713330"/>
          </a:xfrm>
          <a:prstGeom prst="rect">
            <a:avLst/>
          </a:prstGeom>
        </p:spPr>
      </p:pic>
      <p:pic>
        <p:nvPicPr>
          <p:cNvPr id="18" name="Picture 17">
            <a:extLst>
              <a:ext uri="{FF2B5EF4-FFF2-40B4-BE49-F238E27FC236}">
                <a16:creationId xmlns:a16="http://schemas.microsoft.com/office/drawing/2014/main" id="{D4C63FF6-F131-DF53-94AC-275B9B03592F}"/>
              </a:ext>
            </a:extLst>
          </p:cNvPr>
          <p:cNvPicPr>
            <a:picLocks noChangeAspect="1"/>
          </p:cNvPicPr>
          <p:nvPr/>
        </p:nvPicPr>
        <p:blipFill>
          <a:blip r:embed="rId5"/>
          <a:stretch>
            <a:fillRect/>
          </a:stretch>
        </p:blipFill>
        <p:spPr>
          <a:xfrm>
            <a:off x="3663388" y="4794689"/>
            <a:ext cx="3446580" cy="1705883"/>
          </a:xfrm>
          <a:prstGeom prst="rect">
            <a:avLst/>
          </a:prstGeom>
        </p:spPr>
      </p:pic>
      <p:pic>
        <p:nvPicPr>
          <p:cNvPr id="19" name="Picture 18">
            <a:extLst>
              <a:ext uri="{FF2B5EF4-FFF2-40B4-BE49-F238E27FC236}">
                <a16:creationId xmlns:a16="http://schemas.microsoft.com/office/drawing/2014/main" id="{EC74D2D3-3EB7-FC6B-FB49-64BE35A56E5D}"/>
              </a:ext>
            </a:extLst>
          </p:cNvPr>
          <p:cNvPicPr>
            <a:picLocks noChangeAspect="1"/>
          </p:cNvPicPr>
          <p:nvPr/>
        </p:nvPicPr>
        <p:blipFill>
          <a:blip r:embed="rId6"/>
          <a:stretch>
            <a:fillRect/>
          </a:stretch>
        </p:blipFill>
        <p:spPr>
          <a:xfrm>
            <a:off x="218100" y="4794690"/>
            <a:ext cx="3446580" cy="1705882"/>
          </a:xfrm>
          <a:prstGeom prst="rect">
            <a:avLst/>
          </a:prstGeom>
        </p:spPr>
      </p:pic>
      <p:pic>
        <p:nvPicPr>
          <p:cNvPr id="20" name="Picture 19" descr="Smoothed Learning Curves (MA-20) - CC4 &#10;-50 &#10;-100 &#10;-150 - &#10;-200 &#10;Average Reward &#10;-250 - &#10;FiniteState (Primary) (MA-20) &#10;-300 &#10;RandomSelect (MA-20) &#10;Sleep (Baseline) (MA-20) &#10;0 &#10;10 &#10;20 &#10;30 &#10;40 &#10;50 &#10;Episode ">
            <a:extLst>
              <a:ext uri="{FF2B5EF4-FFF2-40B4-BE49-F238E27FC236}">
                <a16:creationId xmlns:a16="http://schemas.microsoft.com/office/drawing/2014/main" id="{6493AFB1-F1F7-5820-5C0E-BD0F50A65BA5}"/>
              </a:ext>
            </a:extLst>
          </p:cNvPr>
          <p:cNvPicPr>
            <a:picLocks noChangeAspect="1"/>
          </p:cNvPicPr>
          <p:nvPr/>
        </p:nvPicPr>
        <p:blipFill>
          <a:blip r:embed="rId7"/>
          <a:stretch>
            <a:fillRect/>
          </a:stretch>
        </p:blipFill>
        <p:spPr>
          <a:xfrm>
            <a:off x="218100" y="1609798"/>
            <a:ext cx="4525310" cy="2237255"/>
          </a:xfrm>
          <a:prstGeom prst="rect">
            <a:avLst/>
          </a:prstGeom>
        </p:spPr>
      </p:pic>
      <p:sp>
        <p:nvSpPr>
          <p:cNvPr id="9" name="TextBox 8">
            <a:extLst>
              <a:ext uri="{FF2B5EF4-FFF2-40B4-BE49-F238E27FC236}">
                <a16:creationId xmlns:a16="http://schemas.microsoft.com/office/drawing/2014/main" id="{3CC1D7EA-CDEB-5440-26FA-DED014C7B6CB}"/>
              </a:ext>
            </a:extLst>
          </p:cNvPr>
          <p:cNvSpPr txBox="1"/>
          <p:nvPr/>
        </p:nvSpPr>
        <p:spPr>
          <a:xfrm>
            <a:off x="248584" y="1109668"/>
            <a:ext cx="3891193" cy="523220"/>
          </a:xfrm>
          <a:prstGeom prst="rect">
            <a:avLst/>
          </a:prstGeom>
          <a:noFill/>
        </p:spPr>
        <p:txBody>
          <a:bodyPr wrap="none" rtlCol="0">
            <a:spAutoFit/>
          </a:bodyPr>
          <a:lstStyle/>
          <a:p>
            <a:r>
              <a:rPr lang="en-US" altLang="en-US" sz="2800" b="1" dirty="0" err="1">
                <a:solidFill>
                  <a:srgbClr val="FFFFFF"/>
                </a:solidFill>
                <a:latin typeface="Segoe UI" panose="020B0502040204020203" pitchFamily="34" charset="0"/>
              </a:rPr>
              <a:t>CybORG</a:t>
            </a:r>
            <a:r>
              <a:rPr lang="en-US" altLang="en-US" sz="2800" b="1" dirty="0">
                <a:solidFill>
                  <a:srgbClr val="FFFFFF"/>
                </a:solidFill>
                <a:latin typeface="Segoe UI" panose="020B0502040204020203" pitchFamily="34" charset="0"/>
              </a:rPr>
              <a:t> – Sim Results</a:t>
            </a:r>
            <a:endParaRPr lang="en-US" altLang="en-US" sz="2800" b="1" dirty="0">
              <a:solidFill>
                <a:srgbClr val="FFFFFF"/>
              </a:solidFill>
            </a:endParaRPr>
          </a:p>
        </p:txBody>
      </p:sp>
      <p:sp>
        <p:nvSpPr>
          <p:cNvPr id="21" name="TextBox 20">
            <a:extLst>
              <a:ext uri="{FF2B5EF4-FFF2-40B4-BE49-F238E27FC236}">
                <a16:creationId xmlns:a16="http://schemas.microsoft.com/office/drawing/2014/main" id="{C59C2BDA-AC8D-98C4-946C-F354403D1E74}"/>
              </a:ext>
            </a:extLst>
          </p:cNvPr>
          <p:cNvSpPr txBox="1"/>
          <p:nvPr/>
        </p:nvSpPr>
        <p:spPr>
          <a:xfrm>
            <a:off x="5070416" y="3803440"/>
            <a:ext cx="1271502" cy="323165"/>
          </a:xfrm>
          <a:prstGeom prst="rect">
            <a:avLst/>
          </a:prstGeom>
          <a:noFill/>
        </p:spPr>
        <p:txBody>
          <a:bodyPr wrap="none" rtlCol="0">
            <a:spAutoFit/>
          </a:bodyPr>
          <a:lstStyle/>
          <a:p>
            <a:r>
              <a:rPr lang="en-US" altLang="en-US" sz="1500" b="1" dirty="0">
                <a:solidFill>
                  <a:srgbClr val="FFFFFF"/>
                </a:solidFill>
                <a:latin typeface="Segoe UI" panose="020B0502040204020203" pitchFamily="34" charset="0"/>
              </a:rPr>
              <a:t>UNMASKED</a:t>
            </a:r>
            <a:endParaRPr lang="en-US" altLang="en-US" sz="1500" b="1" dirty="0">
              <a:solidFill>
                <a:srgbClr val="FFFFFF"/>
              </a:solidFill>
            </a:endParaRPr>
          </a:p>
        </p:txBody>
      </p:sp>
      <p:sp>
        <p:nvSpPr>
          <p:cNvPr id="22" name="TextBox 21">
            <a:extLst>
              <a:ext uri="{FF2B5EF4-FFF2-40B4-BE49-F238E27FC236}">
                <a16:creationId xmlns:a16="http://schemas.microsoft.com/office/drawing/2014/main" id="{F7254E55-DEB4-0738-DC5D-F0BFA2CF54DA}"/>
              </a:ext>
            </a:extLst>
          </p:cNvPr>
          <p:cNvSpPr txBox="1"/>
          <p:nvPr/>
        </p:nvSpPr>
        <p:spPr>
          <a:xfrm>
            <a:off x="4974648" y="1136229"/>
            <a:ext cx="7189597" cy="523220"/>
          </a:xfrm>
          <a:prstGeom prst="rect">
            <a:avLst/>
          </a:prstGeom>
          <a:noFill/>
        </p:spPr>
        <p:txBody>
          <a:bodyPr wrap="none" rtlCol="0">
            <a:spAutoFit/>
          </a:bodyPr>
          <a:lstStyle/>
          <a:p>
            <a:r>
              <a:rPr lang="en-US" altLang="en-US" sz="2800" b="1" dirty="0">
                <a:solidFill>
                  <a:srgbClr val="FFFFFF"/>
                </a:solidFill>
                <a:latin typeface="Segoe UI" panose="020B0502040204020203" pitchFamily="34" charset="0"/>
              </a:rPr>
              <a:t>BRIDGE v Simulation Action Distribution</a:t>
            </a:r>
            <a:endParaRPr lang="en-US" altLang="en-US" sz="2800" b="1" dirty="0">
              <a:solidFill>
                <a:srgbClr val="FFFFFF"/>
              </a:solidFill>
            </a:endParaRPr>
          </a:p>
        </p:txBody>
      </p:sp>
      <p:sp>
        <p:nvSpPr>
          <p:cNvPr id="28" name="TextBox 27">
            <a:extLst>
              <a:ext uri="{FF2B5EF4-FFF2-40B4-BE49-F238E27FC236}">
                <a16:creationId xmlns:a16="http://schemas.microsoft.com/office/drawing/2014/main" id="{867134ED-C853-D2BC-209D-66B98C1E1168}"/>
              </a:ext>
            </a:extLst>
          </p:cNvPr>
          <p:cNvSpPr txBox="1"/>
          <p:nvPr/>
        </p:nvSpPr>
        <p:spPr>
          <a:xfrm>
            <a:off x="8569446" y="3813285"/>
            <a:ext cx="979755" cy="323165"/>
          </a:xfrm>
          <a:prstGeom prst="rect">
            <a:avLst/>
          </a:prstGeom>
          <a:noFill/>
        </p:spPr>
        <p:txBody>
          <a:bodyPr wrap="none" rtlCol="0">
            <a:spAutoFit/>
          </a:bodyPr>
          <a:lstStyle/>
          <a:p>
            <a:r>
              <a:rPr lang="en-US" altLang="en-US" sz="1500" b="1" dirty="0">
                <a:solidFill>
                  <a:srgbClr val="FFFFFF"/>
                </a:solidFill>
                <a:latin typeface="Segoe UI" panose="020B0502040204020203" pitchFamily="34" charset="0"/>
              </a:rPr>
              <a:t>MASKED</a:t>
            </a:r>
            <a:endParaRPr lang="en-US" altLang="en-US" sz="1500" b="1" dirty="0">
              <a:solidFill>
                <a:srgbClr val="FFFFFF"/>
              </a:solidFill>
            </a:endParaRPr>
          </a:p>
        </p:txBody>
      </p:sp>
      <p:sp>
        <p:nvSpPr>
          <p:cNvPr id="29" name="TextBox 28">
            <a:extLst>
              <a:ext uri="{FF2B5EF4-FFF2-40B4-BE49-F238E27FC236}">
                <a16:creationId xmlns:a16="http://schemas.microsoft.com/office/drawing/2014/main" id="{85FC70E4-6E14-BE63-5BF5-731A3612FF38}"/>
              </a:ext>
            </a:extLst>
          </p:cNvPr>
          <p:cNvSpPr txBox="1"/>
          <p:nvPr/>
        </p:nvSpPr>
        <p:spPr>
          <a:xfrm>
            <a:off x="7443913" y="6480575"/>
            <a:ext cx="979755" cy="323165"/>
          </a:xfrm>
          <a:prstGeom prst="rect">
            <a:avLst/>
          </a:prstGeom>
          <a:noFill/>
        </p:spPr>
        <p:txBody>
          <a:bodyPr wrap="none" rtlCol="0">
            <a:spAutoFit/>
          </a:bodyPr>
          <a:lstStyle/>
          <a:p>
            <a:r>
              <a:rPr lang="en-US" altLang="en-US" sz="1500" b="1" dirty="0">
                <a:solidFill>
                  <a:srgbClr val="FFFFFF"/>
                </a:solidFill>
                <a:latin typeface="Segoe UI" panose="020B0502040204020203" pitchFamily="34" charset="0"/>
              </a:rPr>
              <a:t>MASKED</a:t>
            </a:r>
            <a:endParaRPr lang="en-US" altLang="en-US" sz="1500" b="1" dirty="0">
              <a:solidFill>
                <a:srgbClr val="FFFFFF"/>
              </a:solidFill>
            </a:endParaRPr>
          </a:p>
        </p:txBody>
      </p:sp>
      <p:sp>
        <p:nvSpPr>
          <p:cNvPr id="30" name="TextBox 29">
            <a:extLst>
              <a:ext uri="{FF2B5EF4-FFF2-40B4-BE49-F238E27FC236}">
                <a16:creationId xmlns:a16="http://schemas.microsoft.com/office/drawing/2014/main" id="{67B64602-216B-782B-E2A9-D70F5DF8A4EF}"/>
              </a:ext>
            </a:extLst>
          </p:cNvPr>
          <p:cNvSpPr txBox="1"/>
          <p:nvPr/>
        </p:nvSpPr>
        <p:spPr>
          <a:xfrm>
            <a:off x="7367451" y="4244025"/>
            <a:ext cx="4687588" cy="523220"/>
          </a:xfrm>
          <a:prstGeom prst="rect">
            <a:avLst/>
          </a:prstGeom>
          <a:noFill/>
        </p:spPr>
        <p:txBody>
          <a:bodyPr wrap="square" rtlCol="0">
            <a:spAutoFit/>
          </a:bodyPr>
          <a:lstStyle/>
          <a:p>
            <a:r>
              <a:rPr lang="en-US" altLang="en-US" sz="2800" b="1" dirty="0">
                <a:solidFill>
                  <a:srgbClr val="FFFFFF"/>
                </a:solidFill>
                <a:latin typeface="Segoe UI" panose="020B0502040204020203" pitchFamily="34" charset="0"/>
              </a:rPr>
              <a:t>Action Effectiveness</a:t>
            </a:r>
            <a:endParaRPr lang="en-US" altLang="en-US" sz="2800" b="1" dirty="0">
              <a:solidFill>
                <a:srgbClr val="FFFFFF"/>
              </a:solidFill>
            </a:endParaRPr>
          </a:p>
        </p:txBody>
      </p:sp>
      <p:sp>
        <p:nvSpPr>
          <p:cNvPr id="31" name="TextBox 30">
            <a:extLst>
              <a:ext uri="{FF2B5EF4-FFF2-40B4-BE49-F238E27FC236}">
                <a16:creationId xmlns:a16="http://schemas.microsoft.com/office/drawing/2014/main" id="{3A170862-A10C-80C7-B46B-9AC69E065AFF}"/>
              </a:ext>
            </a:extLst>
          </p:cNvPr>
          <p:cNvSpPr txBox="1"/>
          <p:nvPr/>
        </p:nvSpPr>
        <p:spPr>
          <a:xfrm>
            <a:off x="166861" y="4271469"/>
            <a:ext cx="4687588" cy="523220"/>
          </a:xfrm>
          <a:prstGeom prst="rect">
            <a:avLst/>
          </a:prstGeom>
          <a:noFill/>
        </p:spPr>
        <p:txBody>
          <a:bodyPr wrap="square" rtlCol="0">
            <a:spAutoFit/>
          </a:bodyPr>
          <a:lstStyle/>
          <a:p>
            <a:r>
              <a:rPr lang="en-US" altLang="en-US" sz="2800" b="1" dirty="0">
                <a:solidFill>
                  <a:srgbClr val="FFFFFF"/>
                </a:solidFill>
                <a:latin typeface="Segoe UI" panose="020B0502040204020203" pitchFamily="34" charset="0"/>
              </a:rPr>
              <a:t>RED v BLUE Success Rate</a:t>
            </a:r>
            <a:endParaRPr lang="en-US" altLang="en-US" sz="2800" b="1" dirty="0">
              <a:solidFill>
                <a:srgbClr val="FFFFFF"/>
              </a:solidFill>
            </a:endParaRPr>
          </a:p>
        </p:txBody>
      </p:sp>
      <p:sp>
        <p:nvSpPr>
          <p:cNvPr id="32" name="TextBox 31">
            <a:extLst>
              <a:ext uri="{FF2B5EF4-FFF2-40B4-BE49-F238E27FC236}">
                <a16:creationId xmlns:a16="http://schemas.microsoft.com/office/drawing/2014/main" id="{2EF245F9-8E31-DF29-6733-0CBEAAA2C1F7}"/>
              </a:ext>
            </a:extLst>
          </p:cNvPr>
          <p:cNvSpPr txBox="1"/>
          <p:nvPr/>
        </p:nvSpPr>
        <p:spPr>
          <a:xfrm>
            <a:off x="135874" y="6461266"/>
            <a:ext cx="1271502" cy="323165"/>
          </a:xfrm>
          <a:prstGeom prst="rect">
            <a:avLst/>
          </a:prstGeom>
          <a:noFill/>
        </p:spPr>
        <p:txBody>
          <a:bodyPr wrap="none" rtlCol="0">
            <a:spAutoFit/>
          </a:bodyPr>
          <a:lstStyle/>
          <a:p>
            <a:r>
              <a:rPr lang="en-US" altLang="en-US" sz="1500" b="1" dirty="0">
                <a:solidFill>
                  <a:srgbClr val="FFFFFF"/>
                </a:solidFill>
                <a:latin typeface="Segoe UI" panose="020B0502040204020203" pitchFamily="34" charset="0"/>
              </a:rPr>
              <a:t>UNMASKED</a:t>
            </a:r>
            <a:endParaRPr lang="en-US" altLang="en-US" sz="1500" b="1" dirty="0">
              <a:solidFill>
                <a:srgbClr val="FFFFFF"/>
              </a:solidFill>
            </a:endParaRPr>
          </a:p>
        </p:txBody>
      </p:sp>
      <p:sp>
        <p:nvSpPr>
          <p:cNvPr id="33" name="TextBox 32">
            <a:extLst>
              <a:ext uri="{FF2B5EF4-FFF2-40B4-BE49-F238E27FC236}">
                <a16:creationId xmlns:a16="http://schemas.microsoft.com/office/drawing/2014/main" id="{F6621212-23F2-0D73-44A3-8AC34EF080D6}"/>
              </a:ext>
            </a:extLst>
          </p:cNvPr>
          <p:cNvSpPr txBox="1"/>
          <p:nvPr/>
        </p:nvSpPr>
        <p:spPr>
          <a:xfrm>
            <a:off x="3711320" y="6474039"/>
            <a:ext cx="979755" cy="323165"/>
          </a:xfrm>
          <a:prstGeom prst="rect">
            <a:avLst/>
          </a:prstGeom>
          <a:noFill/>
        </p:spPr>
        <p:txBody>
          <a:bodyPr wrap="none" rtlCol="0">
            <a:spAutoFit/>
          </a:bodyPr>
          <a:lstStyle/>
          <a:p>
            <a:r>
              <a:rPr lang="en-US" altLang="en-US" sz="1500" b="1" dirty="0">
                <a:solidFill>
                  <a:srgbClr val="FFFFFF"/>
                </a:solidFill>
                <a:latin typeface="Segoe UI" panose="020B0502040204020203" pitchFamily="34" charset="0"/>
              </a:rPr>
              <a:t>MASKED</a:t>
            </a:r>
            <a:endParaRPr lang="en-US" altLang="en-US" sz="1500" b="1" dirty="0">
              <a:solidFill>
                <a:srgbClr val="FFFFFF"/>
              </a:solidFill>
            </a:endParaRPr>
          </a:p>
        </p:txBody>
      </p:sp>
      <p:pic>
        <p:nvPicPr>
          <p:cNvPr id="5" name="Picture 4">
            <a:extLst>
              <a:ext uri="{FF2B5EF4-FFF2-40B4-BE49-F238E27FC236}">
                <a16:creationId xmlns:a16="http://schemas.microsoft.com/office/drawing/2014/main" id="{FE4D70ED-1B3C-FFCB-A554-45AD6C284D7A}"/>
              </a:ext>
            </a:extLst>
          </p:cNvPr>
          <p:cNvPicPr>
            <a:picLocks noChangeAspect="1"/>
          </p:cNvPicPr>
          <p:nvPr/>
        </p:nvPicPr>
        <p:blipFill>
          <a:blip r:embed="rId8"/>
          <a:stretch>
            <a:fillRect/>
          </a:stretch>
        </p:blipFill>
        <p:spPr>
          <a:xfrm>
            <a:off x="8641663" y="1644325"/>
            <a:ext cx="2401087" cy="2168199"/>
          </a:xfrm>
          <a:prstGeom prst="rect">
            <a:avLst/>
          </a:prstGeom>
        </p:spPr>
      </p:pic>
      <p:pic>
        <p:nvPicPr>
          <p:cNvPr id="13" name="Picture 12">
            <a:extLst>
              <a:ext uri="{FF2B5EF4-FFF2-40B4-BE49-F238E27FC236}">
                <a16:creationId xmlns:a16="http://schemas.microsoft.com/office/drawing/2014/main" id="{7EE131DC-624F-F962-E8C8-7615DD94C56F}"/>
              </a:ext>
            </a:extLst>
          </p:cNvPr>
          <p:cNvPicPr>
            <a:picLocks noChangeAspect="1"/>
          </p:cNvPicPr>
          <p:nvPr/>
        </p:nvPicPr>
        <p:blipFill>
          <a:blip r:embed="rId9"/>
          <a:stretch>
            <a:fillRect/>
          </a:stretch>
        </p:blipFill>
        <p:spPr>
          <a:xfrm>
            <a:off x="5213592" y="1609798"/>
            <a:ext cx="2401087" cy="2168200"/>
          </a:xfrm>
          <a:prstGeom prst="rect">
            <a:avLst/>
          </a:prstGeom>
        </p:spPr>
      </p:pic>
    </p:spTree>
    <p:extLst>
      <p:ext uri="{BB962C8B-B14F-4D97-AF65-F5344CB8AC3E}">
        <p14:creationId xmlns:p14="http://schemas.microsoft.com/office/powerpoint/2010/main" val="1170316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FF272-FF60-7495-B49D-BF301775BCBF}"/>
            </a:ext>
          </a:extLst>
        </p:cNvPr>
        <p:cNvGrpSpPr/>
        <p:nvPr/>
      </p:nvGrpSpPr>
      <p:grpSpPr>
        <a:xfrm>
          <a:off x="0" y="0"/>
          <a:ext cx="0" cy="0"/>
          <a:chOff x="0" y="0"/>
          <a:chExt cx="0" cy="0"/>
        </a:xfrm>
      </p:grpSpPr>
      <p:sp>
        <p:nvSpPr>
          <p:cNvPr id="14" name="Rounded Rectangle 13">
            <a:extLst>
              <a:ext uri="{FF2B5EF4-FFF2-40B4-BE49-F238E27FC236}">
                <a16:creationId xmlns:a16="http://schemas.microsoft.com/office/drawing/2014/main" id="{93058BB4-0A87-6702-78CB-D5C125C569A7}"/>
              </a:ext>
            </a:extLst>
          </p:cNvPr>
          <p:cNvSpPr/>
          <p:nvPr/>
        </p:nvSpPr>
        <p:spPr>
          <a:xfrm>
            <a:off x="8357305" y="1918770"/>
            <a:ext cx="3182584" cy="3674571"/>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13" name="Rounded Rectangle 12">
            <a:extLst>
              <a:ext uri="{FF2B5EF4-FFF2-40B4-BE49-F238E27FC236}">
                <a16:creationId xmlns:a16="http://schemas.microsoft.com/office/drawing/2014/main" id="{33AEFA59-860D-13AB-BB82-C340E5D43FC5}"/>
              </a:ext>
            </a:extLst>
          </p:cNvPr>
          <p:cNvSpPr/>
          <p:nvPr/>
        </p:nvSpPr>
        <p:spPr>
          <a:xfrm>
            <a:off x="4397494" y="1918771"/>
            <a:ext cx="3182584" cy="3674571"/>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8" name="Rounded Rectangle 7">
            <a:extLst>
              <a:ext uri="{FF2B5EF4-FFF2-40B4-BE49-F238E27FC236}">
                <a16:creationId xmlns:a16="http://schemas.microsoft.com/office/drawing/2014/main" id="{7A041D7E-0BCC-644A-8295-1686525DD611}"/>
              </a:ext>
            </a:extLst>
          </p:cNvPr>
          <p:cNvSpPr/>
          <p:nvPr/>
        </p:nvSpPr>
        <p:spPr>
          <a:xfrm>
            <a:off x="472445" y="1918771"/>
            <a:ext cx="3182584" cy="3674571"/>
          </a:xfrm>
          <a:prstGeom prst="roundRect">
            <a:avLst>
              <a:gd name="adj" fmla="val 8831"/>
            </a:avLst>
          </a:prstGeom>
          <a:solidFill>
            <a:srgbClr val="2C90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77" dirty="0"/>
          </a:p>
        </p:txBody>
      </p:sp>
      <p:sp>
        <p:nvSpPr>
          <p:cNvPr id="10" name="TextBox 18">
            <a:extLst>
              <a:ext uri="{FF2B5EF4-FFF2-40B4-BE49-F238E27FC236}">
                <a16:creationId xmlns:a16="http://schemas.microsoft.com/office/drawing/2014/main" id="{E2DEB92B-A2E8-C960-9F61-E30D98E4F611}"/>
              </a:ext>
            </a:extLst>
          </p:cNvPr>
          <p:cNvSpPr txBox="1"/>
          <p:nvPr/>
        </p:nvSpPr>
        <p:spPr>
          <a:xfrm>
            <a:off x="472445" y="207255"/>
            <a:ext cx="3350729" cy="769441"/>
          </a:xfrm>
          <a:prstGeom prst="rect">
            <a:avLst/>
          </a:prstGeom>
        </p:spPr>
        <p:txBody>
          <a:bodyPr wrap="square" lIns="0" tIns="0" rIns="0" bIns="0" rtlCol="0" anchor="t">
            <a:spAutoFit/>
          </a:bodyPr>
          <a:lstStyle/>
          <a:p>
            <a:r>
              <a:rPr lang="en-US" sz="5000" b="1" dirty="0">
                <a:solidFill>
                  <a:srgbClr val="2C90C2"/>
                </a:solidFill>
                <a:latin typeface="Segoe UI" panose="020B0502040204020203" pitchFamily="34" charset="0"/>
                <a:cs typeface="Segoe UI" panose="020B0502040204020203" pitchFamily="34" charset="0"/>
                <a:sym typeface="TT Chocolates Bold"/>
              </a:rPr>
              <a:t>Conclusion</a:t>
            </a:r>
          </a:p>
        </p:txBody>
      </p:sp>
      <p:pic>
        <p:nvPicPr>
          <p:cNvPr id="11" name="Picture 10">
            <a:extLst>
              <a:ext uri="{FF2B5EF4-FFF2-40B4-BE49-F238E27FC236}">
                <a16:creationId xmlns:a16="http://schemas.microsoft.com/office/drawing/2014/main" id="{DD0CCF0A-7D9D-3D09-EF51-3C014E7EC8A5}"/>
              </a:ext>
            </a:extLst>
          </p:cNvPr>
          <p:cNvPicPr>
            <a:picLocks noChangeAspect="1"/>
          </p:cNvPicPr>
          <p:nvPr/>
        </p:nvPicPr>
        <p:blipFill>
          <a:blip r:embed="rId3"/>
          <a:srcRect l="8570" t="6529" r="4513" b="10469"/>
          <a:stretch>
            <a:fillRect/>
          </a:stretch>
        </p:blipFill>
        <p:spPr>
          <a:xfrm>
            <a:off x="11359576" y="80042"/>
            <a:ext cx="696550" cy="676648"/>
          </a:xfrm>
          <a:prstGeom prst="rect">
            <a:avLst/>
          </a:prstGeom>
        </p:spPr>
      </p:pic>
      <p:sp>
        <p:nvSpPr>
          <p:cNvPr id="3" name="TextBox 2">
            <a:extLst>
              <a:ext uri="{FF2B5EF4-FFF2-40B4-BE49-F238E27FC236}">
                <a16:creationId xmlns:a16="http://schemas.microsoft.com/office/drawing/2014/main" id="{1EBE7D3F-9B8E-05B7-A2A3-C37D75701942}"/>
              </a:ext>
            </a:extLst>
          </p:cNvPr>
          <p:cNvSpPr txBox="1"/>
          <p:nvPr/>
        </p:nvSpPr>
        <p:spPr>
          <a:xfrm>
            <a:off x="674601" y="2003620"/>
            <a:ext cx="2174552" cy="954107"/>
          </a:xfrm>
          <a:prstGeom prst="rect">
            <a:avLst/>
          </a:prstGeom>
          <a:noFill/>
        </p:spPr>
        <p:txBody>
          <a:bodyPr wrap="square" rtlCol="0">
            <a:spAutoFit/>
          </a:bodyPr>
          <a:lstStyle/>
          <a:p>
            <a:pPr fontAlgn="base">
              <a:spcBef>
                <a:spcPct val="0"/>
              </a:spcBef>
              <a:spcAft>
                <a:spcPct val="0"/>
              </a:spcAft>
            </a:pPr>
            <a:r>
              <a:rPr lang="en-US" altLang="en-US" sz="2800" b="1" dirty="0">
                <a:solidFill>
                  <a:srgbClr val="FFFFFF"/>
                </a:solidFill>
                <a:latin typeface="Segoe UI" panose="020B0502040204020203" pitchFamily="34" charset="0"/>
              </a:rPr>
              <a:t>Policy Transferred</a:t>
            </a:r>
          </a:p>
        </p:txBody>
      </p:sp>
      <p:sp>
        <p:nvSpPr>
          <p:cNvPr id="5" name="TextBox 4">
            <a:extLst>
              <a:ext uri="{FF2B5EF4-FFF2-40B4-BE49-F238E27FC236}">
                <a16:creationId xmlns:a16="http://schemas.microsoft.com/office/drawing/2014/main" id="{F9A8058A-315D-3294-4369-51B230CD99CE}"/>
              </a:ext>
            </a:extLst>
          </p:cNvPr>
          <p:cNvSpPr txBox="1"/>
          <p:nvPr/>
        </p:nvSpPr>
        <p:spPr>
          <a:xfrm>
            <a:off x="4397494" y="2003620"/>
            <a:ext cx="3397011" cy="954107"/>
          </a:xfrm>
          <a:prstGeom prst="rect">
            <a:avLst/>
          </a:prstGeom>
          <a:noFill/>
        </p:spPr>
        <p:txBody>
          <a:bodyPr wrap="square" rtlCol="0">
            <a:spAutoFit/>
          </a:bodyPr>
          <a:lstStyle/>
          <a:p>
            <a:pPr fontAlgn="base">
              <a:spcBef>
                <a:spcPct val="0"/>
              </a:spcBef>
              <a:spcAft>
                <a:spcPct val="0"/>
              </a:spcAft>
            </a:pPr>
            <a:r>
              <a:rPr lang="en-US" altLang="en-US" sz="2800" b="1" dirty="0">
                <a:solidFill>
                  <a:srgbClr val="FFFFFF"/>
                </a:solidFill>
                <a:latin typeface="Segoe UI" panose="020B0502040204020203" pitchFamily="34" charset="0"/>
              </a:rPr>
              <a:t>Mask Unlocked Defense</a:t>
            </a:r>
          </a:p>
        </p:txBody>
      </p:sp>
      <p:sp>
        <p:nvSpPr>
          <p:cNvPr id="7" name="TextBox 6">
            <a:extLst>
              <a:ext uri="{FF2B5EF4-FFF2-40B4-BE49-F238E27FC236}">
                <a16:creationId xmlns:a16="http://schemas.microsoft.com/office/drawing/2014/main" id="{9C3733A8-5F0E-3804-7687-BC864AA1C5B2}"/>
              </a:ext>
            </a:extLst>
          </p:cNvPr>
          <p:cNvSpPr txBox="1"/>
          <p:nvPr/>
        </p:nvSpPr>
        <p:spPr>
          <a:xfrm>
            <a:off x="8638705" y="1918770"/>
            <a:ext cx="2935946" cy="1384995"/>
          </a:xfrm>
          <a:prstGeom prst="rect">
            <a:avLst/>
          </a:prstGeom>
          <a:noFill/>
        </p:spPr>
        <p:txBody>
          <a:bodyPr wrap="square" rtlCol="0">
            <a:spAutoFit/>
          </a:bodyPr>
          <a:lstStyle/>
          <a:p>
            <a:pPr fontAlgn="base">
              <a:spcBef>
                <a:spcPct val="0"/>
              </a:spcBef>
              <a:spcAft>
                <a:spcPct val="0"/>
              </a:spcAft>
            </a:pPr>
            <a:r>
              <a:rPr lang="en-US" altLang="en-US" sz="2800" b="1" dirty="0">
                <a:solidFill>
                  <a:srgbClr val="FFFFFF"/>
                </a:solidFill>
                <a:latin typeface="Segoe UI" panose="020B0502040204020203" pitchFamily="34" charset="0"/>
              </a:rPr>
              <a:t>Sim-to-Real Deployment Achieved</a:t>
            </a:r>
          </a:p>
        </p:txBody>
      </p:sp>
      <p:sp>
        <p:nvSpPr>
          <p:cNvPr id="12" name="TextBox 11">
            <a:extLst>
              <a:ext uri="{FF2B5EF4-FFF2-40B4-BE49-F238E27FC236}">
                <a16:creationId xmlns:a16="http://schemas.microsoft.com/office/drawing/2014/main" id="{5334A1D9-8B09-3E29-A93D-5A06372476FD}"/>
              </a:ext>
            </a:extLst>
          </p:cNvPr>
          <p:cNvSpPr txBox="1"/>
          <p:nvPr/>
        </p:nvSpPr>
        <p:spPr>
          <a:xfrm>
            <a:off x="472445" y="4242135"/>
            <a:ext cx="2827695" cy="1015663"/>
          </a:xfrm>
          <a:prstGeom prst="rect">
            <a:avLst/>
          </a:prstGeom>
          <a:noFill/>
        </p:spPr>
        <p:txBody>
          <a:bodyPr wrap="square" rtlCol="0">
            <a:spAutoFit/>
          </a:bodyPr>
          <a:lstStyle/>
          <a:p>
            <a:pPr marL="342900" indent="-342900" fontAlgn="base">
              <a:spcBef>
                <a:spcPct val="0"/>
              </a:spcBef>
              <a:spcAft>
                <a:spcPct val="0"/>
              </a:spcAft>
              <a:buFont typeface="Arial" panose="020B0604020202020204" pitchFamily="34" charset="0"/>
              <a:buChar char="•"/>
            </a:pPr>
            <a:r>
              <a:rPr lang="en-IE" altLang="en-US" sz="2000" b="1" dirty="0">
                <a:solidFill>
                  <a:srgbClr val="FFFFFF"/>
                </a:solidFill>
                <a:latin typeface="Segoe UI" panose="020B0502040204020203" pitchFamily="34" charset="0"/>
              </a:rPr>
              <a:t>Action distribution mirrors simulation closely</a:t>
            </a:r>
            <a:endParaRPr lang="en-US" altLang="en-US" sz="2000" b="1" dirty="0">
              <a:solidFill>
                <a:srgbClr val="FFFFFF"/>
              </a:solidFill>
              <a:latin typeface="Segoe UI" panose="020B0502040204020203" pitchFamily="34" charset="0"/>
            </a:endParaRPr>
          </a:p>
        </p:txBody>
      </p:sp>
      <p:sp>
        <p:nvSpPr>
          <p:cNvPr id="15" name="TextBox 14">
            <a:extLst>
              <a:ext uri="{FF2B5EF4-FFF2-40B4-BE49-F238E27FC236}">
                <a16:creationId xmlns:a16="http://schemas.microsoft.com/office/drawing/2014/main" id="{E29367D2-51B8-1935-8E0F-DFC31315F306}"/>
              </a:ext>
            </a:extLst>
          </p:cNvPr>
          <p:cNvSpPr txBox="1"/>
          <p:nvPr/>
        </p:nvSpPr>
        <p:spPr>
          <a:xfrm>
            <a:off x="4397494" y="4256956"/>
            <a:ext cx="2827695" cy="1015663"/>
          </a:xfrm>
          <a:prstGeom prst="rect">
            <a:avLst/>
          </a:prstGeom>
          <a:noFill/>
        </p:spPr>
        <p:txBody>
          <a:bodyPr wrap="square" rtlCol="0">
            <a:spAutoFit/>
          </a:bodyPr>
          <a:lstStyle/>
          <a:p>
            <a:pPr marL="342900" indent="-342900" fontAlgn="base">
              <a:spcBef>
                <a:spcPct val="0"/>
              </a:spcBef>
              <a:spcAft>
                <a:spcPct val="0"/>
              </a:spcAft>
              <a:buFont typeface="Arial" panose="020B0604020202020204" pitchFamily="34" charset="0"/>
              <a:buChar char="•"/>
            </a:pPr>
            <a:r>
              <a:rPr lang="en-IE" altLang="en-US" sz="2000" b="1" dirty="0">
                <a:solidFill>
                  <a:srgbClr val="FFFFFF"/>
                </a:solidFill>
                <a:latin typeface="Segoe UI" panose="020B0502040204020203" pitchFamily="34" charset="0"/>
              </a:rPr>
              <a:t>Edge ops absorbed 69% of actions</a:t>
            </a:r>
          </a:p>
          <a:p>
            <a:pPr marL="342900" indent="-342900" fontAlgn="base">
              <a:spcBef>
                <a:spcPct val="0"/>
              </a:spcBef>
              <a:spcAft>
                <a:spcPct val="0"/>
              </a:spcAft>
              <a:buFont typeface="Arial" panose="020B0604020202020204" pitchFamily="34" charset="0"/>
              <a:buChar char="•"/>
            </a:pPr>
            <a:endParaRPr lang="en-US" altLang="en-US" sz="2000" b="1" dirty="0">
              <a:solidFill>
                <a:srgbClr val="FFFFFF"/>
              </a:solidFill>
              <a:latin typeface="Segoe UI" panose="020B0502040204020203" pitchFamily="34" charset="0"/>
            </a:endParaRPr>
          </a:p>
        </p:txBody>
      </p:sp>
      <p:sp>
        <p:nvSpPr>
          <p:cNvPr id="19" name="TextBox 18">
            <a:extLst>
              <a:ext uri="{FF2B5EF4-FFF2-40B4-BE49-F238E27FC236}">
                <a16:creationId xmlns:a16="http://schemas.microsoft.com/office/drawing/2014/main" id="{769DCA8C-52DA-8807-8133-B0E7730D607D}"/>
              </a:ext>
            </a:extLst>
          </p:cNvPr>
          <p:cNvSpPr txBox="1"/>
          <p:nvPr/>
        </p:nvSpPr>
        <p:spPr>
          <a:xfrm>
            <a:off x="8624313" y="4242136"/>
            <a:ext cx="2827695" cy="1323439"/>
          </a:xfrm>
          <a:prstGeom prst="rect">
            <a:avLst/>
          </a:prstGeom>
          <a:noFill/>
        </p:spPr>
        <p:txBody>
          <a:bodyPr wrap="square" rtlCol="0">
            <a:spAutoFit/>
          </a:bodyPr>
          <a:lstStyle/>
          <a:p>
            <a:pPr marL="342900" indent="-342900" fontAlgn="base">
              <a:spcBef>
                <a:spcPct val="0"/>
              </a:spcBef>
              <a:spcAft>
                <a:spcPct val="0"/>
              </a:spcAft>
              <a:buFont typeface="Arial" panose="020B0604020202020204" pitchFamily="34" charset="0"/>
              <a:buChar char="•"/>
            </a:pPr>
            <a:r>
              <a:rPr lang="en-IE" altLang="en-US" sz="2000" b="1" dirty="0">
                <a:solidFill>
                  <a:srgbClr val="FFFFFF"/>
                </a:solidFill>
                <a:latin typeface="Segoe UI" panose="020B0502040204020203" pitchFamily="34" charset="0"/>
              </a:rPr>
              <a:t>Project Completed &amp; exceeded initial plans!!</a:t>
            </a:r>
          </a:p>
          <a:p>
            <a:pPr marL="342900" indent="-342900" fontAlgn="base">
              <a:spcBef>
                <a:spcPct val="0"/>
              </a:spcBef>
              <a:spcAft>
                <a:spcPct val="0"/>
              </a:spcAft>
              <a:buFont typeface="Arial" panose="020B0604020202020204" pitchFamily="34" charset="0"/>
              <a:buChar char="•"/>
            </a:pPr>
            <a:endParaRPr lang="en-US" altLang="en-US" sz="2000" b="1" dirty="0">
              <a:solidFill>
                <a:srgbClr val="FFFFFF"/>
              </a:solidFill>
              <a:latin typeface="Segoe UI" panose="020B0502040204020203" pitchFamily="34" charset="0"/>
            </a:endParaRPr>
          </a:p>
        </p:txBody>
      </p:sp>
    </p:spTree>
    <p:extLst>
      <p:ext uri="{BB962C8B-B14F-4D97-AF65-F5344CB8AC3E}">
        <p14:creationId xmlns:p14="http://schemas.microsoft.com/office/powerpoint/2010/main" val="1766648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2181</TotalTime>
  <Words>1538</Words>
  <Application>Microsoft Macintosh PowerPoint</Application>
  <PresentationFormat>Widescreen</PresentationFormat>
  <Paragraphs>86</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JAYAKUMAR - STUDENT</dc:creator>
  <cp:lastModifiedBy>DAVID JAYAKUMAR - STUDENT</cp:lastModifiedBy>
  <cp:revision>13</cp:revision>
  <dcterms:created xsi:type="dcterms:W3CDTF">2026-04-24T07:42:12Z</dcterms:created>
  <dcterms:modified xsi:type="dcterms:W3CDTF">2026-04-27T20:27:00Z</dcterms:modified>
</cp:coreProperties>
</file>